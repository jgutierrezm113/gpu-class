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9" r:id="rId2"/>
    <p:sldId id="257" r:id="rId3"/>
    <p:sldId id="261" r:id="rId4"/>
  </p:sldIdLst>
  <p:sldSz cx="10058400" cy="7772400"/>
  <p:notesSz cx="7315200" cy="9601200"/>
  <p:defaultTextStyle>
    <a:defPPr>
      <a:defRPr lang="es-CR"/>
    </a:defPPr>
    <a:lvl1pPr marL="0" algn="l" defTabSz="1018664" rtl="0" eaLnBrk="1" latinLnBrk="0" hangingPunct="1">
      <a:defRPr sz="2006" kern="1200">
        <a:solidFill>
          <a:schemeClr val="tx1"/>
        </a:solidFill>
        <a:latin typeface="+mn-lt"/>
        <a:ea typeface="+mn-ea"/>
        <a:cs typeface="+mn-cs"/>
      </a:defRPr>
    </a:lvl1pPr>
    <a:lvl2pPr marL="509332" algn="l" defTabSz="1018664" rtl="0" eaLnBrk="1" latinLnBrk="0" hangingPunct="1">
      <a:defRPr sz="2006" kern="1200">
        <a:solidFill>
          <a:schemeClr val="tx1"/>
        </a:solidFill>
        <a:latin typeface="+mn-lt"/>
        <a:ea typeface="+mn-ea"/>
        <a:cs typeface="+mn-cs"/>
      </a:defRPr>
    </a:lvl2pPr>
    <a:lvl3pPr marL="1018664" algn="l" defTabSz="1018664" rtl="0" eaLnBrk="1" latinLnBrk="0" hangingPunct="1">
      <a:defRPr sz="2006" kern="1200">
        <a:solidFill>
          <a:schemeClr val="tx1"/>
        </a:solidFill>
        <a:latin typeface="+mn-lt"/>
        <a:ea typeface="+mn-ea"/>
        <a:cs typeface="+mn-cs"/>
      </a:defRPr>
    </a:lvl3pPr>
    <a:lvl4pPr marL="1527996" algn="l" defTabSz="1018664" rtl="0" eaLnBrk="1" latinLnBrk="0" hangingPunct="1">
      <a:defRPr sz="2006" kern="1200">
        <a:solidFill>
          <a:schemeClr val="tx1"/>
        </a:solidFill>
        <a:latin typeface="+mn-lt"/>
        <a:ea typeface="+mn-ea"/>
        <a:cs typeface="+mn-cs"/>
      </a:defRPr>
    </a:lvl4pPr>
    <a:lvl5pPr marL="2037330" algn="l" defTabSz="1018664" rtl="0" eaLnBrk="1" latinLnBrk="0" hangingPunct="1">
      <a:defRPr sz="2006" kern="1200">
        <a:solidFill>
          <a:schemeClr val="tx1"/>
        </a:solidFill>
        <a:latin typeface="+mn-lt"/>
        <a:ea typeface="+mn-ea"/>
        <a:cs typeface="+mn-cs"/>
      </a:defRPr>
    </a:lvl5pPr>
    <a:lvl6pPr marL="2546662" algn="l" defTabSz="1018664" rtl="0" eaLnBrk="1" latinLnBrk="0" hangingPunct="1">
      <a:defRPr sz="2006" kern="1200">
        <a:solidFill>
          <a:schemeClr val="tx1"/>
        </a:solidFill>
        <a:latin typeface="+mn-lt"/>
        <a:ea typeface="+mn-ea"/>
        <a:cs typeface="+mn-cs"/>
      </a:defRPr>
    </a:lvl6pPr>
    <a:lvl7pPr marL="3055993" algn="l" defTabSz="1018664" rtl="0" eaLnBrk="1" latinLnBrk="0" hangingPunct="1">
      <a:defRPr sz="2006" kern="1200">
        <a:solidFill>
          <a:schemeClr val="tx1"/>
        </a:solidFill>
        <a:latin typeface="+mn-lt"/>
        <a:ea typeface="+mn-ea"/>
        <a:cs typeface="+mn-cs"/>
      </a:defRPr>
    </a:lvl7pPr>
    <a:lvl8pPr marL="3565326" algn="l" defTabSz="1018664" rtl="0" eaLnBrk="1" latinLnBrk="0" hangingPunct="1">
      <a:defRPr sz="2006" kern="1200">
        <a:solidFill>
          <a:schemeClr val="tx1"/>
        </a:solidFill>
        <a:latin typeface="+mn-lt"/>
        <a:ea typeface="+mn-ea"/>
        <a:cs typeface="+mn-cs"/>
      </a:defRPr>
    </a:lvl8pPr>
    <a:lvl9pPr marL="4074658" algn="l" defTabSz="1018664" rtl="0" eaLnBrk="1" latinLnBrk="0" hangingPunct="1">
      <a:defRPr sz="200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60" y="594"/>
      </p:cViewPr>
      <p:guideLst>
        <p:guide orient="horz" pos="2448"/>
        <p:guide pos="31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3" name="22 Rectángulo"/>
          <p:cNvSpPr/>
          <p:nvPr/>
        </p:nvSpPr>
        <p:spPr>
          <a:xfrm flipV="1">
            <a:off x="5951203" y="4318003"/>
            <a:ext cx="4107201"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24" name="23 Rectángulo"/>
          <p:cNvSpPr/>
          <p:nvPr/>
        </p:nvSpPr>
        <p:spPr>
          <a:xfrm flipV="1">
            <a:off x="5951223" y="4416614"/>
            <a:ext cx="4107181" cy="21762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25" name="24 Rectángulo"/>
          <p:cNvSpPr/>
          <p:nvPr/>
        </p:nvSpPr>
        <p:spPr>
          <a:xfrm flipV="1">
            <a:off x="5951223" y="4663856"/>
            <a:ext cx="4107181"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26" name="25 Rectángulo"/>
          <p:cNvSpPr/>
          <p:nvPr/>
        </p:nvSpPr>
        <p:spPr>
          <a:xfrm flipV="1">
            <a:off x="5951220" y="4719657"/>
            <a:ext cx="2162556" cy="20726"/>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27" name="26 Rectángulo"/>
          <p:cNvSpPr/>
          <p:nvPr/>
        </p:nvSpPr>
        <p:spPr>
          <a:xfrm flipV="1">
            <a:off x="5951220" y="4759515"/>
            <a:ext cx="2162556"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useBgFill="1">
        <p:nvSpPr>
          <p:cNvPr id="30" name="29 Rectángulo redondeado"/>
          <p:cNvSpPr/>
          <p:nvPr/>
        </p:nvSpPr>
        <p:spPr bwMode="white">
          <a:xfrm>
            <a:off x="5951220" y="4490720"/>
            <a:ext cx="336956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useBgFill="1">
        <p:nvSpPr>
          <p:cNvPr id="31" name="30 Rectángulo redondeado"/>
          <p:cNvSpPr/>
          <p:nvPr/>
        </p:nvSpPr>
        <p:spPr bwMode="white">
          <a:xfrm>
            <a:off x="8114158" y="4602448"/>
            <a:ext cx="17602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7" name="6 Rectángulo"/>
          <p:cNvSpPr/>
          <p:nvPr/>
        </p:nvSpPr>
        <p:spPr>
          <a:xfrm>
            <a:off x="1" y="4136284"/>
            <a:ext cx="10058400" cy="276726"/>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10" name="9 Rectángulo"/>
          <p:cNvSpPr/>
          <p:nvPr/>
        </p:nvSpPr>
        <p:spPr>
          <a:xfrm>
            <a:off x="3" y="4165599"/>
            <a:ext cx="10058401" cy="159434"/>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11" name="10 Rectángulo"/>
          <p:cNvSpPr/>
          <p:nvPr/>
        </p:nvSpPr>
        <p:spPr>
          <a:xfrm flipV="1">
            <a:off x="7055456" y="4128835"/>
            <a:ext cx="3002945" cy="281556"/>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19" name="18 Rectángulo"/>
          <p:cNvSpPr/>
          <p:nvPr/>
        </p:nvSpPr>
        <p:spPr>
          <a:xfrm>
            <a:off x="0" y="0"/>
            <a:ext cx="10058400" cy="419526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8" name="7 Título"/>
          <p:cNvSpPr>
            <a:spLocks noGrp="1"/>
          </p:cNvSpPr>
          <p:nvPr>
            <p:ph type="ctrTitle"/>
          </p:nvPr>
        </p:nvSpPr>
        <p:spPr>
          <a:xfrm>
            <a:off x="502920" y="2722140"/>
            <a:ext cx="9304020" cy="1666028"/>
          </a:xfrm>
        </p:spPr>
        <p:txBody>
          <a:bodyPr anchor="b"/>
          <a:lstStyle>
            <a:lvl1pPr>
              <a:defRPr sz="4840">
                <a:solidFill>
                  <a:schemeClr val="bg1"/>
                </a:solidFill>
              </a:defRPr>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502920" y="4419930"/>
            <a:ext cx="5448300" cy="1986280"/>
          </a:xfrm>
        </p:spPr>
        <p:txBody>
          <a:bodyPr/>
          <a:lstStyle>
            <a:lvl1pPr marL="70407" indent="0" algn="l">
              <a:buNone/>
              <a:defRPr sz="2640">
                <a:solidFill>
                  <a:schemeClr val="tx2"/>
                </a:solidFill>
              </a:defRPr>
            </a:lvl1pPr>
            <a:lvl2pPr marL="502900" indent="0" algn="ctr">
              <a:buNone/>
            </a:lvl2pPr>
            <a:lvl3pPr marL="1005799" indent="0" algn="ctr">
              <a:buNone/>
            </a:lvl3pPr>
            <a:lvl4pPr marL="1508700" indent="0" algn="ctr">
              <a:buNone/>
            </a:lvl4pPr>
            <a:lvl5pPr marL="2011600" indent="0" algn="ctr">
              <a:buNone/>
            </a:lvl5pPr>
            <a:lvl6pPr marL="2514500" indent="0" algn="ctr">
              <a:buNone/>
            </a:lvl6pPr>
            <a:lvl7pPr marL="3017399" indent="0" algn="ctr">
              <a:buNone/>
            </a:lvl7pPr>
            <a:lvl8pPr marL="3520299" indent="0" algn="ctr">
              <a:buNone/>
            </a:lvl8pPr>
            <a:lvl9pPr marL="4023199"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a:xfrm>
            <a:off x="7376160" y="4767072"/>
            <a:ext cx="1056132" cy="518160"/>
          </a:xfrm>
        </p:spPr>
        <p:txBody>
          <a:bodyPr/>
          <a:lstStyle/>
          <a:p>
            <a:fld id="{62CD7716-E68F-4B01-8ADA-26CD6F61229D}" type="datetimeFigureOut">
              <a:rPr lang="es-CR" smtClean="0"/>
              <a:t>9/8/2017</a:t>
            </a:fld>
            <a:endParaRPr lang="es-CR"/>
          </a:p>
        </p:txBody>
      </p:sp>
      <p:sp>
        <p:nvSpPr>
          <p:cNvPr id="17" name="16 Marcador de pie de página"/>
          <p:cNvSpPr>
            <a:spLocks noGrp="1"/>
          </p:cNvSpPr>
          <p:nvPr>
            <p:ph type="ftr" sz="quarter" idx="11"/>
          </p:nvPr>
        </p:nvSpPr>
        <p:spPr>
          <a:xfrm>
            <a:off x="5951220" y="4765993"/>
            <a:ext cx="1424940" cy="518160"/>
          </a:xfrm>
        </p:spPr>
        <p:txBody>
          <a:bodyPr/>
          <a:lstStyle/>
          <a:p>
            <a:endParaRPr lang="es-CR"/>
          </a:p>
        </p:txBody>
      </p:sp>
      <p:sp>
        <p:nvSpPr>
          <p:cNvPr id="29" name="28 Marcador de número de diapositiva"/>
          <p:cNvSpPr>
            <a:spLocks noGrp="1"/>
          </p:cNvSpPr>
          <p:nvPr>
            <p:ph type="sldNum" sz="quarter" idx="12"/>
          </p:nvPr>
        </p:nvSpPr>
        <p:spPr>
          <a:xfrm>
            <a:off x="9152098" y="1287"/>
            <a:ext cx="822483" cy="414528"/>
          </a:xfrm>
        </p:spPr>
        <p:txBody>
          <a:bodyPr/>
          <a:lstStyle>
            <a:lvl1pPr algn="r">
              <a:defRPr sz="1980">
                <a:solidFill>
                  <a:schemeClr val="bg1"/>
                </a:solidFill>
              </a:defRPr>
            </a:lvl1pPr>
          </a:lstStyle>
          <a:p>
            <a:fld id="{C180C126-DAD2-4011-A6A6-B7276D700A11}" type="slidenum">
              <a:rPr lang="es-CR" smtClean="0"/>
              <a:t>‹#›</a:t>
            </a:fld>
            <a:endParaRPr lang="es-C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5" name="4 Marcador de pie de página"/>
          <p:cNvSpPr>
            <a:spLocks noGrp="1"/>
          </p:cNvSpPr>
          <p:nvPr>
            <p:ph type="ftr" sz="quarter" idx="11"/>
          </p:nvPr>
        </p:nvSpPr>
        <p:spPr/>
        <p:txBody>
          <a:bodyPr/>
          <a:lstStyle/>
          <a:p>
            <a:endParaRPr lang="es-CR"/>
          </a:p>
        </p:txBody>
      </p:sp>
      <p:sp>
        <p:nvSpPr>
          <p:cNvPr id="6" name="5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94544" y="2245363"/>
            <a:ext cx="8549640" cy="1543685"/>
          </a:xfrm>
        </p:spPr>
        <p:txBody>
          <a:bodyPr anchor="b">
            <a:noAutofit/>
          </a:bodyPr>
          <a:lstStyle>
            <a:lvl1pPr algn="l">
              <a:buNone/>
              <a:defRPr sz="473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794544" y="3816033"/>
            <a:ext cx="8549640" cy="1711007"/>
          </a:xfrm>
        </p:spPr>
        <p:txBody>
          <a:bodyPr anchor="t"/>
          <a:lstStyle>
            <a:lvl1pPr marL="50290" indent="0">
              <a:buNone/>
              <a:defRPr sz="2310" b="0">
                <a:solidFill>
                  <a:schemeClr val="tx2"/>
                </a:solidFill>
              </a:defRPr>
            </a:lvl1pPr>
            <a:lvl2pPr>
              <a:buNone/>
              <a:defRPr sz="1980">
                <a:solidFill>
                  <a:schemeClr val="tx1">
                    <a:tint val="75000"/>
                  </a:schemeClr>
                </a:solidFill>
              </a:defRPr>
            </a:lvl2pPr>
            <a:lvl3pPr>
              <a:buNone/>
              <a:defRPr sz="1760">
                <a:solidFill>
                  <a:schemeClr val="tx1">
                    <a:tint val="75000"/>
                  </a:schemeClr>
                </a:solidFill>
              </a:defRPr>
            </a:lvl3pPr>
            <a:lvl4pPr>
              <a:buNone/>
              <a:defRPr sz="1540">
                <a:solidFill>
                  <a:schemeClr val="tx1">
                    <a:tint val="75000"/>
                  </a:schemeClr>
                </a:solidFill>
              </a:defRPr>
            </a:lvl4pPr>
            <a:lvl5pPr>
              <a:buNone/>
              <a:defRPr sz="154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5" name="4 Marcador de pie de página"/>
          <p:cNvSpPr>
            <a:spLocks noGrp="1"/>
          </p:cNvSpPr>
          <p:nvPr>
            <p:ph type="ftr" sz="quarter" idx="11"/>
          </p:nvPr>
        </p:nvSpPr>
        <p:spPr/>
        <p:txBody>
          <a:bodyPr/>
          <a:lstStyle/>
          <a:p>
            <a:endParaRPr lang="es-CR"/>
          </a:p>
        </p:txBody>
      </p:sp>
      <p:sp>
        <p:nvSpPr>
          <p:cNvPr id="6" name="5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502920" y="2549349"/>
            <a:ext cx="4442460" cy="5129425"/>
          </a:xfrm>
        </p:spPr>
        <p:txBody>
          <a:bodyPr/>
          <a:lstStyle>
            <a:lvl1pPr>
              <a:defRPr sz="2200"/>
            </a:lvl1pPr>
            <a:lvl2pPr>
              <a:defRPr sz="2090"/>
            </a:lvl2pPr>
            <a:lvl3pPr>
              <a:defRPr sz="1980"/>
            </a:lvl3pPr>
            <a:lvl4pPr>
              <a:defRPr sz="1980"/>
            </a:lvl4pPr>
            <a:lvl5pPr>
              <a:defRPr sz="198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5113020" y="2549349"/>
            <a:ext cx="4442460" cy="5129425"/>
          </a:xfrm>
        </p:spPr>
        <p:txBody>
          <a:bodyPr/>
          <a:lstStyle>
            <a:lvl1pPr>
              <a:defRPr sz="2200"/>
            </a:lvl1pPr>
            <a:lvl2pPr>
              <a:defRPr sz="2090"/>
            </a:lvl2pPr>
            <a:lvl3pPr>
              <a:defRPr sz="1980"/>
            </a:lvl3pPr>
            <a:lvl4pPr>
              <a:defRPr sz="1980"/>
            </a:lvl4pPr>
            <a:lvl5pPr>
              <a:defRPr sz="198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6" name="5 Marcador de pie de página"/>
          <p:cNvSpPr>
            <a:spLocks noGrp="1"/>
          </p:cNvSpPr>
          <p:nvPr>
            <p:ph type="ftr" sz="quarter" idx="11"/>
          </p:nvPr>
        </p:nvSpPr>
        <p:spPr/>
        <p:txBody>
          <a:bodyPr/>
          <a:lstStyle/>
          <a:p>
            <a:endParaRPr lang="es-CR"/>
          </a:p>
        </p:txBody>
      </p:sp>
      <p:sp>
        <p:nvSpPr>
          <p:cNvPr id="7" name="6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19100" y="1295400"/>
            <a:ext cx="9220200" cy="1212494"/>
          </a:xfrm>
        </p:spPr>
        <p:txBody>
          <a:bodyPr anchor="ctr"/>
          <a:lstStyle>
            <a:lvl1pPr>
              <a:defRPr sz="4400" b="0" i="0" cap="none" baseline="0"/>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19101" y="2544299"/>
            <a:ext cx="4445813" cy="518160"/>
          </a:xfrm>
          <a:solidFill>
            <a:schemeClr val="accent2">
              <a:satMod val="150000"/>
              <a:alpha val="25000"/>
            </a:schemeClr>
          </a:solidFill>
          <a:ln w="12700">
            <a:solidFill>
              <a:schemeClr val="accent2"/>
            </a:solidFill>
          </a:ln>
        </p:spPr>
        <p:txBody>
          <a:bodyPr anchor="ctr">
            <a:noAutofit/>
          </a:bodyPr>
          <a:lstStyle>
            <a:lvl1pPr marL="50290" indent="0">
              <a:buNone/>
              <a:defRPr sz="2090" b="1">
                <a:solidFill>
                  <a:schemeClr val="tx1">
                    <a:tint val="95000"/>
                  </a:schemeClr>
                </a:solidFill>
              </a:defRPr>
            </a:lvl1pPr>
            <a:lvl2pPr>
              <a:buNone/>
              <a:defRPr sz="2200" b="1"/>
            </a:lvl2pPr>
            <a:lvl3pPr>
              <a:buNone/>
              <a:defRPr sz="1980" b="1"/>
            </a:lvl3pPr>
            <a:lvl4pPr>
              <a:buNone/>
              <a:defRPr sz="1760" b="1"/>
            </a:lvl4pPr>
            <a:lvl5pPr>
              <a:buNone/>
              <a:defRPr sz="176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5193350" y="2544299"/>
            <a:ext cx="4445953" cy="518160"/>
          </a:xfrm>
          <a:solidFill>
            <a:schemeClr val="accent2">
              <a:satMod val="150000"/>
              <a:alpha val="25000"/>
            </a:schemeClr>
          </a:solidFill>
          <a:ln w="12700">
            <a:solidFill>
              <a:schemeClr val="accent2"/>
            </a:solidFill>
          </a:ln>
        </p:spPr>
        <p:txBody>
          <a:bodyPr anchor="ctr">
            <a:noAutofit/>
          </a:bodyPr>
          <a:lstStyle>
            <a:lvl1pPr marL="50290" indent="0">
              <a:buNone/>
              <a:defRPr sz="2090" b="1">
                <a:solidFill>
                  <a:schemeClr val="tx1">
                    <a:tint val="95000"/>
                  </a:schemeClr>
                </a:solidFill>
              </a:defRPr>
            </a:lvl1pPr>
            <a:lvl2pPr>
              <a:buNone/>
              <a:defRPr sz="2200" b="1"/>
            </a:lvl2pPr>
            <a:lvl3pPr>
              <a:buNone/>
              <a:defRPr sz="1980" b="1"/>
            </a:lvl3pPr>
            <a:lvl4pPr>
              <a:buNone/>
              <a:defRPr sz="1760" b="1"/>
            </a:lvl4pPr>
            <a:lvl5pPr>
              <a:buNone/>
              <a:defRPr sz="1760" b="1"/>
            </a:lvl5pPr>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419101" y="3069655"/>
            <a:ext cx="4445813" cy="4404360"/>
          </a:xfrm>
        </p:spPr>
        <p:txBody>
          <a:bodyPr/>
          <a:lstStyle>
            <a:lvl1pPr>
              <a:defRPr sz="2200"/>
            </a:lvl1pPr>
            <a:lvl2pPr>
              <a:defRPr sz="2200"/>
            </a:lvl2pPr>
            <a:lvl3pPr>
              <a:defRPr sz="1980"/>
            </a:lvl3pPr>
            <a:lvl4pPr>
              <a:defRPr sz="1760"/>
            </a:lvl4pPr>
            <a:lvl5pPr>
              <a:defRPr sz="176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5190136" y="3069655"/>
            <a:ext cx="4445953" cy="4404360"/>
          </a:xfrm>
        </p:spPr>
        <p:txBody>
          <a:bodyPr/>
          <a:lstStyle>
            <a:lvl1pPr>
              <a:defRPr sz="2200"/>
            </a:lvl1pPr>
            <a:lvl2pPr>
              <a:defRPr sz="2200"/>
            </a:lvl2pPr>
            <a:lvl3pPr>
              <a:defRPr sz="1980"/>
            </a:lvl3pPr>
            <a:lvl4pPr>
              <a:defRPr sz="1760"/>
            </a:lvl4pPr>
            <a:lvl5pPr>
              <a:defRPr sz="176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26" name="25 Marcador de fecha"/>
          <p:cNvSpPr>
            <a:spLocks noGrp="1"/>
          </p:cNvSpPr>
          <p:nvPr>
            <p:ph type="dt" sz="half" idx="10"/>
          </p:nvPr>
        </p:nvSpPr>
        <p:spPr/>
        <p:txBody>
          <a:bodyPr rtlCol="0"/>
          <a:lstStyle/>
          <a:p>
            <a:fld id="{62CD7716-E68F-4B01-8ADA-26CD6F61229D}" type="datetimeFigureOut">
              <a:rPr lang="es-CR" smtClean="0"/>
              <a:t>9/8/2017</a:t>
            </a:fld>
            <a:endParaRPr lang="es-CR"/>
          </a:p>
        </p:txBody>
      </p:sp>
      <p:sp>
        <p:nvSpPr>
          <p:cNvPr id="27" name="26 Marcador de número de diapositiva"/>
          <p:cNvSpPr>
            <a:spLocks noGrp="1"/>
          </p:cNvSpPr>
          <p:nvPr>
            <p:ph type="sldNum" sz="quarter" idx="11"/>
          </p:nvPr>
        </p:nvSpPr>
        <p:spPr/>
        <p:txBody>
          <a:bodyPr rtlCol="0"/>
          <a:lstStyle/>
          <a:p>
            <a:fld id="{C180C126-DAD2-4011-A6A6-B7276D700A11}" type="slidenum">
              <a:rPr lang="es-CR" smtClean="0"/>
              <a:t>‹#›</a:t>
            </a:fld>
            <a:endParaRPr lang="es-CR"/>
          </a:p>
        </p:txBody>
      </p:sp>
      <p:sp>
        <p:nvSpPr>
          <p:cNvPr id="28" name="27 Marcador de pie de página"/>
          <p:cNvSpPr>
            <a:spLocks noGrp="1"/>
          </p:cNvSpPr>
          <p:nvPr>
            <p:ph type="ftr" sz="quarter" idx="12"/>
          </p:nvPr>
        </p:nvSpPr>
        <p:spPr/>
        <p:txBody>
          <a:bodyPr rtlCol="0"/>
          <a:lstStyle/>
          <a:p>
            <a:endParaRPr lang="es-C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502920" y="1295400"/>
            <a:ext cx="9052560" cy="1212494"/>
          </a:xfrm>
        </p:spPr>
        <p:txBody>
          <a:bodyPr anchor="ctr"/>
          <a:lstStyle>
            <a:lvl1pPr>
              <a:defRPr sz="4400">
                <a:solidFill>
                  <a:schemeClr val="tx2"/>
                </a:solidFill>
              </a:defRPr>
            </a:lvl1p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a:xfrm>
            <a:off x="7242049" y="694334"/>
            <a:ext cx="1052990" cy="518160"/>
          </a:xfrm>
        </p:spPr>
        <p:txBody>
          <a:bodyPr/>
          <a:lstStyle/>
          <a:p>
            <a:fld id="{62CD7716-E68F-4B01-8ADA-26CD6F61229D}" type="datetimeFigureOut">
              <a:rPr lang="es-CR" smtClean="0"/>
              <a:t>9/8/2017</a:t>
            </a:fld>
            <a:endParaRPr lang="es-CR"/>
          </a:p>
        </p:txBody>
      </p:sp>
      <p:sp>
        <p:nvSpPr>
          <p:cNvPr id="4" name="3 Marcador de pie de página"/>
          <p:cNvSpPr>
            <a:spLocks noGrp="1"/>
          </p:cNvSpPr>
          <p:nvPr>
            <p:ph type="ftr" sz="quarter" idx="11"/>
          </p:nvPr>
        </p:nvSpPr>
        <p:spPr>
          <a:xfrm>
            <a:off x="5783580" y="694334"/>
            <a:ext cx="1458468" cy="518160"/>
          </a:xfrm>
        </p:spPr>
        <p:txBody>
          <a:bodyPr/>
          <a:lstStyle/>
          <a:p>
            <a:endParaRPr lang="es-CR"/>
          </a:p>
        </p:txBody>
      </p:sp>
      <p:sp>
        <p:nvSpPr>
          <p:cNvPr id="5" name="4 Marcador de número de diapositiva"/>
          <p:cNvSpPr>
            <a:spLocks noGrp="1"/>
          </p:cNvSpPr>
          <p:nvPr>
            <p:ph type="sldNum" sz="quarter" idx="12"/>
          </p:nvPr>
        </p:nvSpPr>
        <p:spPr>
          <a:xfrm>
            <a:off x="8992210" y="2575"/>
            <a:ext cx="838200" cy="414528"/>
          </a:xfrm>
        </p:spPr>
        <p:txBody>
          <a:bodyPr/>
          <a:lstStyle/>
          <a:p>
            <a:fld id="{C180C126-DAD2-4011-A6A6-B7276D700A11}" type="slidenum">
              <a:rPr lang="es-CR" smtClean="0"/>
              <a:t>‹#›</a:t>
            </a:fld>
            <a:endParaRPr lang="es-C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3" name="2 Marcador de pie de página"/>
          <p:cNvSpPr>
            <a:spLocks noGrp="1"/>
          </p:cNvSpPr>
          <p:nvPr>
            <p:ph type="ftr" sz="quarter" idx="11"/>
          </p:nvPr>
        </p:nvSpPr>
        <p:spPr/>
        <p:txBody>
          <a:bodyPr/>
          <a:lstStyle/>
          <a:p>
            <a:endParaRPr lang="es-CR"/>
          </a:p>
        </p:txBody>
      </p:sp>
      <p:sp>
        <p:nvSpPr>
          <p:cNvPr id="4" name="3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888846" y="1248902"/>
            <a:ext cx="3721608" cy="994867"/>
          </a:xfrm>
        </p:spPr>
        <p:txBody>
          <a:bodyPr anchor="b"/>
          <a:lstStyle>
            <a:lvl1pPr algn="l">
              <a:buNone/>
              <a:defRPr sz="1980" b="1"/>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5888846" y="2278824"/>
            <a:ext cx="3721608" cy="5233416"/>
          </a:xfrm>
        </p:spPr>
        <p:txBody>
          <a:bodyPr/>
          <a:lstStyle>
            <a:lvl1pPr marL="10058" indent="0">
              <a:buNone/>
              <a:defRPr sz="1540"/>
            </a:lvl1pPr>
            <a:lvl2pPr>
              <a:buNone/>
              <a:defRPr sz="1320"/>
            </a:lvl2pPr>
            <a:lvl3pPr>
              <a:buNone/>
              <a:defRPr sz="1100"/>
            </a:lvl3pPr>
            <a:lvl4pPr>
              <a:buNone/>
              <a:defRPr sz="990"/>
            </a:lvl4pPr>
            <a:lvl5pPr>
              <a:buNone/>
              <a:defRPr sz="990"/>
            </a:lvl5pPr>
          </a:lstStyle>
          <a:p>
            <a:pPr lvl="0" eaLnBrk="1" latinLnBrk="0" hangingPunct="1"/>
            <a:r>
              <a:rPr kumimoji="0" lang="es-ES"/>
              <a:t>Haga clic para modificar el estilo de texto del patrón</a:t>
            </a:r>
          </a:p>
        </p:txBody>
      </p:sp>
      <p:sp>
        <p:nvSpPr>
          <p:cNvPr id="4" name="3 Marcador de contenido"/>
          <p:cNvSpPr>
            <a:spLocks noGrp="1"/>
          </p:cNvSpPr>
          <p:nvPr>
            <p:ph sz="half" idx="1"/>
          </p:nvPr>
        </p:nvSpPr>
        <p:spPr>
          <a:xfrm>
            <a:off x="167640" y="879792"/>
            <a:ext cx="5612587" cy="6632448"/>
          </a:xfrm>
        </p:spPr>
        <p:txBody>
          <a:bodyPr/>
          <a:lstStyle>
            <a:lvl1pPr>
              <a:defRPr sz="3520"/>
            </a:lvl1pPr>
            <a:lvl2pPr>
              <a:defRPr sz="3080"/>
            </a:lvl2pPr>
            <a:lvl3pPr>
              <a:defRPr sz="2640"/>
            </a:lvl3pPr>
            <a:lvl4pPr>
              <a:defRPr sz="2200"/>
            </a:lvl4pPr>
            <a:lvl5pPr>
              <a:defRPr sz="22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6" name="5 Marcador de pie de página"/>
          <p:cNvSpPr>
            <a:spLocks noGrp="1"/>
          </p:cNvSpPr>
          <p:nvPr>
            <p:ph type="ftr" sz="quarter" idx="11"/>
          </p:nvPr>
        </p:nvSpPr>
        <p:spPr/>
        <p:txBody>
          <a:bodyPr/>
          <a:lstStyle/>
          <a:p>
            <a:endParaRPr lang="es-CR"/>
          </a:p>
        </p:txBody>
      </p:sp>
      <p:sp>
        <p:nvSpPr>
          <p:cNvPr id="7" name="6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984479" y="1257051"/>
            <a:ext cx="645483" cy="5305855"/>
          </a:xfrm>
        </p:spPr>
        <p:txBody>
          <a:bodyPr vert="vert270" lIns="45720" tIns="0" rIns="45720" anchor="t"/>
          <a:lstStyle>
            <a:lvl1pPr algn="ctr">
              <a:buNone/>
              <a:defRPr sz="2200" b="1"/>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444038" y="1295400"/>
            <a:ext cx="5029200" cy="51816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520"/>
            </a:lvl1pPr>
          </a:lstStyle>
          <a:p>
            <a:r>
              <a:rPr kumimoji="0" lang="es-ES"/>
              <a:t>Haga clic en el icono para agregar una imagen</a:t>
            </a:r>
            <a:endParaRPr kumimoji="0" lang="en-US" dirty="0"/>
          </a:p>
        </p:txBody>
      </p:sp>
      <p:sp>
        <p:nvSpPr>
          <p:cNvPr id="4" name="3 Marcador de texto"/>
          <p:cNvSpPr>
            <a:spLocks noGrp="1"/>
          </p:cNvSpPr>
          <p:nvPr>
            <p:ph type="body" sz="half" idx="2"/>
          </p:nvPr>
        </p:nvSpPr>
        <p:spPr>
          <a:xfrm>
            <a:off x="6697287" y="3710885"/>
            <a:ext cx="2849880" cy="2852021"/>
          </a:xfrm>
        </p:spPr>
        <p:txBody>
          <a:bodyPr lIns="0" tIns="0" rIns="45720" anchor="t"/>
          <a:lstStyle>
            <a:lvl1pPr marL="0" indent="0">
              <a:lnSpc>
                <a:spcPct val="100000"/>
              </a:lnSpc>
              <a:spcBef>
                <a:spcPts val="0"/>
              </a:spcBef>
              <a:buFontTx/>
              <a:buNone/>
              <a:defRPr sz="1430"/>
            </a:lvl1pPr>
            <a:lvl2pPr>
              <a:buFontTx/>
              <a:buNone/>
              <a:defRPr sz="1320"/>
            </a:lvl2pPr>
            <a:lvl3pPr>
              <a:buFontTx/>
              <a:buNone/>
              <a:defRPr sz="1100"/>
            </a:lvl3pPr>
            <a:lvl4pPr>
              <a:buFontTx/>
              <a:buNone/>
              <a:defRPr sz="990"/>
            </a:lvl4pPr>
            <a:lvl5pPr>
              <a:buFontTx/>
              <a:buNone/>
              <a:defRPr sz="99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6" name="5 Marcador de pie de página"/>
          <p:cNvSpPr>
            <a:spLocks noGrp="1"/>
          </p:cNvSpPr>
          <p:nvPr>
            <p:ph type="ftr" sz="quarter" idx="11"/>
          </p:nvPr>
        </p:nvSpPr>
        <p:spPr/>
        <p:txBody>
          <a:bodyPr/>
          <a:lstStyle/>
          <a:p>
            <a:endParaRPr lang="es-CR"/>
          </a:p>
        </p:txBody>
      </p:sp>
      <p:sp>
        <p:nvSpPr>
          <p:cNvPr id="7" name="6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5" name="4 Marcador de pie de página"/>
          <p:cNvSpPr>
            <a:spLocks noGrp="1"/>
          </p:cNvSpPr>
          <p:nvPr>
            <p:ph type="ftr" sz="quarter" idx="11"/>
          </p:nvPr>
        </p:nvSpPr>
        <p:spPr/>
        <p:txBody>
          <a:bodyPr/>
          <a:lstStyle/>
          <a:p>
            <a:endParaRPr lang="es-CR"/>
          </a:p>
        </p:txBody>
      </p:sp>
      <p:sp>
        <p:nvSpPr>
          <p:cNvPr id="6" name="5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459980" y="1295400"/>
            <a:ext cx="2095500" cy="6217920"/>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502920" y="1295400"/>
            <a:ext cx="6873240" cy="6217920"/>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62CD7716-E68F-4B01-8ADA-26CD6F61229D}" type="datetimeFigureOut">
              <a:rPr lang="es-CR" smtClean="0"/>
              <a:t>9/8/2017</a:t>
            </a:fld>
            <a:endParaRPr lang="es-CR"/>
          </a:p>
        </p:txBody>
      </p:sp>
      <p:sp>
        <p:nvSpPr>
          <p:cNvPr id="5" name="4 Marcador de pie de página"/>
          <p:cNvSpPr>
            <a:spLocks noGrp="1"/>
          </p:cNvSpPr>
          <p:nvPr>
            <p:ph type="ftr" sz="quarter" idx="11"/>
          </p:nvPr>
        </p:nvSpPr>
        <p:spPr/>
        <p:txBody>
          <a:bodyPr/>
          <a:lstStyle/>
          <a:p>
            <a:endParaRPr lang="es-CR"/>
          </a:p>
        </p:txBody>
      </p:sp>
      <p:sp>
        <p:nvSpPr>
          <p:cNvPr id="6" name="5 Marcador de número de diapositiva"/>
          <p:cNvSpPr>
            <a:spLocks noGrp="1"/>
          </p:cNvSpPr>
          <p:nvPr>
            <p:ph type="sldNum" sz="quarter" idx="12"/>
          </p:nvPr>
        </p:nvSpPr>
        <p:spPr/>
        <p:txBody>
          <a:bodyPr/>
          <a:lstStyle/>
          <a:p>
            <a:fld id="{C180C126-DAD2-4011-A6A6-B7276D700A11}" type="slidenum">
              <a:rPr lang="es-CR" smtClean="0"/>
              <a:t>‹#›</a:t>
            </a:fld>
            <a:endParaRPr lang="es-C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27 Rectángulo"/>
          <p:cNvSpPr/>
          <p:nvPr/>
        </p:nvSpPr>
        <p:spPr>
          <a:xfrm>
            <a:off x="1" y="415729"/>
            <a:ext cx="10058400" cy="95661"/>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29" name="28 Rectángulo"/>
          <p:cNvSpPr/>
          <p:nvPr/>
        </p:nvSpPr>
        <p:spPr>
          <a:xfrm>
            <a:off x="0" y="0"/>
            <a:ext cx="10058400" cy="352085"/>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30" name="29 Rectángulo"/>
          <p:cNvSpPr/>
          <p:nvPr/>
        </p:nvSpPr>
        <p:spPr>
          <a:xfrm>
            <a:off x="3" y="349382"/>
            <a:ext cx="10058401" cy="103633"/>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31" name="30 Rectángulo"/>
          <p:cNvSpPr/>
          <p:nvPr/>
        </p:nvSpPr>
        <p:spPr>
          <a:xfrm flipV="1">
            <a:off x="5951203" y="408280"/>
            <a:ext cx="4107201"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32" name="31 Rectángulo"/>
          <p:cNvSpPr/>
          <p:nvPr/>
        </p:nvSpPr>
        <p:spPr>
          <a:xfrm flipV="1">
            <a:off x="5951223" y="498795"/>
            <a:ext cx="4107181" cy="20404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useBgFill="1">
        <p:nvSpPr>
          <p:cNvPr id="33" name="32 Rectángulo redondeado"/>
          <p:cNvSpPr/>
          <p:nvPr/>
        </p:nvSpPr>
        <p:spPr bwMode="white">
          <a:xfrm>
            <a:off x="5948073" y="563838"/>
            <a:ext cx="336956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useBgFill="1">
        <p:nvSpPr>
          <p:cNvPr id="34" name="33 Rectángulo redondeado"/>
          <p:cNvSpPr/>
          <p:nvPr/>
        </p:nvSpPr>
        <p:spPr bwMode="white">
          <a:xfrm>
            <a:off x="8111011" y="667471"/>
            <a:ext cx="17602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35" name="34 Rectángulo"/>
          <p:cNvSpPr/>
          <p:nvPr/>
        </p:nvSpPr>
        <p:spPr bwMode="invGray">
          <a:xfrm>
            <a:off x="9993462" y="-2268"/>
            <a:ext cx="63389"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dirty="0"/>
          </a:p>
        </p:txBody>
      </p:sp>
      <p:sp>
        <p:nvSpPr>
          <p:cNvPr id="36" name="35 Rectángulo"/>
          <p:cNvSpPr/>
          <p:nvPr/>
        </p:nvSpPr>
        <p:spPr bwMode="invGray">
          <a:xfrm>
            <a:off x="9948929" y="-2268"/>
            <a:ext cx="30175"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dirty="0"/>
          </a:p>
        </p:txBody>
      </p:sp>
      <p:sp>
        <p:nvSpPr>
          <p:cNvPr id="37" name="36 Rectángulo"/>
          <p:cNvSpPr/>
          <p:nvPr/>
        </p:nvSpPr>
        <p:spPr bwMode="invGray">
          <a:xfrm>
            <a:off x="9927972" y="-2268"/>
            <a:ext cx="10058" cy="704698"/>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38" name="37 Rectángulo"/>
          <p:cNvSpPr/>
          <p:nvPr/>
        </p:nvSpPr>
        <p:spPr bwMode="invGray">
          <a:xfrm>
            <a:off x="9872965" y="-2268"/>
            <a:ext cx="30175" cy="704698"/>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39" name="38 Rectángulo"/>
          <p:cNvSpPr/>
          <p:nvPr/>
        </p:nvSpPr>
        <p:spPr bwMode="invGray">
          <a:xfrm>
            <a:off x="9807245" y="432"/>
            <a:ext cx="60350" cy="663245"/>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a:p>
        </p:txBody>
      </p:sp>
      <p:sp>
        <p:nvSpPr>
          <p:cNvPr id="40" name="39 Rectángulo"/>
          <p:cNvSpPr/>
          <p:nvPr/>
        </p:nvSpPr>
        <p:spPr bwMode="invGray">
          <a:xfrm>
            <a:off x="9760824" y="432"/>
            <a:ext cx="10058" cy="663245"/>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376" dirty="0"/>
          </a:p>
        </p:txBody>
      </p:sp>
      <p:sp>
        <p:nvSpPr>
          <p:cNvPr id="22" name="21 Marcador de título"/>
          <p:cNvSpPr>
            <a:spLocks noGrp="1"/>
          </p:cNvSpPr>
          <p:nvPr>
            <p:ph type="title"/>
          </p:nvPr>
        </p:nvSpPr>
        <p:spPr>
          <a:xfrm>
            <a:off x="502920" y="1295400"/>
            <a:ext cx="9052560" cy="1209040"/>
          </a:xfrm>
          <a:prstGeom prst="rect">
            <a:avLst/>
          </a:prstGeom>
        </p:spPr>
        <p:txBody>
          <a:bodyPr vert="horz" anchor="ctr">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502920" y="2549347"/>
            <a:ext cx="9052560" cy="4901794"/>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7245190" y="694334"/>
            <a:ext cx="1052990" cy="518160"/>
          </a:xfrm>
          <a:prstGeom prst="rect">
            <a:avLst/>
          </a:prstGeom>
        </p:spPr>
        <p:txBody>
          <a:bodyPr vert="horz"/>
          <a:lstStyle>
            <a:lvl1pPr algn="l" eaLnBrk="1" latinLnBrk="0" hangingPunct="1">
              <a:defRPr kumimoji="0" sz="880">
                <a:solidFill>
                  <a:schemeClr val="accent2"/>
                </a:solidFill>
              </a:defRPr>
            </a:lvl1pPr>
          </a:lstStyle>
          <a:p>
            <a:fld id="{62CD7716-E68F-4B01-8ADA-26CD6F61229D}" type="datetimeFigureOut">
              <a:rPr lang="es-CR" smtClean="0"/>
              <a:t>9/8/2017</a:t>
            </a:fld>
            <a:endParaRPr lang="es-CR"/>
          </a:p>
        </p:txBody>
      </p:sp>
      <p:sp>
        <p:nvSpPr>
          <p:cNvPr id="3" name="2 Marcador de pie de página"/>
          <p:cNvSpPr>
            <a:spLocks noGrp="1"/>
          </p:cNvSpPr>
          <p:nvPr>
            <p:ph type="ftr" sz="quarter" idx="3"/>
          </p:nvPr>
        </p:nvSpPr>
        <p:spPr>
          <a:xfrm>
            <a:off x="5783580" y="694334"/>
            <a:ext cx="1458468" cy="518160"/>
          </a:xfrm>
          <a:prstGeom prst="rect">
            <a:avLst/>
          </a:prstGeom>
        </p:spPr>
        <p:txBody>
          <a:bodyPr vert="horz"/>
          <a:lstStyle>
            <a:lvl1pPr algn="r" eaLnBrk="1" latinLnBrk="0" hangingPunct="1">
              <a:defRPr kumimoji="0" sz="880">
                <a:solidFill>
                  <a:schemeClr val="accent2"/>
                </a:solidFill>
              </a:defRPr>
            </a:lvl1pPr>
          </a:lstStyle>
          <a:p>
            <a:endParaRPr lang="es-CR"/>
          </a:p>
        </p:txBody>
      </p:sp>
      <p:sp>
        <p:nvSpPr>
          <p:cNvPr id="23" name="22 Marcador de número de diapositiva"/>
          <p:cNvSpPr>
            <a:spLocks noGrp="1"/>
          </p:cNvSpPr>
          <p:nvPr>
            <p:ph type="sldNum" sz="quarter" idx="4"/>
          </p:nvPr>
        </p:nvSpPr>
        <p:spPr>
          <a:xfrm>
            <a:off x="8992210" y="2575"/>
            <a:ext cx="838200" cy="414528"/>
          </a:xfrm>
          <a:prstGeom prst="rect">
            <a:avLst/>
          </a:prstGeom>
        </p:spPr>
        <p:txBody>
          <a:bodyPr vert="horz" anchor="b"/>
          <a:lstStyle>
            <a:lvl1pPr algn="r" eaLnBrk="1" latinLnBrk="0" hangingPunct="1">
              <a:defRPr kumimoji="0" sz="1980">
                <a:solidFill>
                  <a:srgbClr val="FFFFFF"/>
                </a:solidFill>
              </a:defRPr>
            </a:lvl1pPr>
          </a:lstStyle>
          <a:p>
            <a:fld id="{C180C126-DAD2-4011-A6A6-B7276D700A11}" type="slidenum">
              <a:rPr lang="es-CR" smtClean="0"/>
              <a:t>‹#›</a:t>
            </a:fld>
            <a:endParaRPr lang="es-C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402320" indent="-281623" algn="l" rtl="0" eaLnBrk="1" latinLnBrk="0" hangingPunct="1">
        <a:spcBef>
          <a:spcPts val="330"/>
        </a:spcBef>
        <a:buClr>
          <a:schemeClr val="accent3"/>
        </a:buClr>
        <a:buFont typeface="Georgia"/>
        <a:buChar char="•"/>
        <a:defRPr kumimoji="0" sz="3080" kern="1200">
          <a:solidFill>
            <a:schemeClr val="tx1"/>
          </a:solidFill>
          <a:latin typeface="+mn-lt"/>
          <a:ea typeface="+mn-ea"/>
          <a:cs typeface="+mn-cs"/>
        </a:defRPr>
      </a:lvl1pPr>
      <a:lvl2pPr marL="724176" indent="-271566" algn="l" rtl="0" eaLnBrk="1" latinLnBrk="0" hangingPunct="1">
        <a:spcBef>
          <a:spcPts val="330"/>
        </a:spcBef>
        <a:buClr>
          <a:schemeClr val="accent2"/>
        </a:buClr>
        <a:buFont typeface="Georgia"/>
        <a:buChar char="▫"/>
        <a:defRPr kumimoji="0" sz="2860" kern="1200">
          <a:solidFill>
            <a:schemeClr val="accent2"/>
          </a:solidFill>
          <a:latin typeface="+mn-lt"/>
          <a:ea typeface="+mn-ea"/>
          <a:cs typeface="+mn-cs"/>
        </a:defRPr>
      </a:lvl2pPr>
      <a:lvl3pPr marL="1015858" indent="-241392" algn="l" rtl="0" eaLnBrk="1" latinLnBrk="0" hangingPunct="1">
        <a:spcBef>
          <a:spcPts val="330"/>
        </a:spcBef>
        <a:buClr>
          <a:schemeClr val="accent1"/>
        </a:buClr>
        <a:buFont typeface="Wingdings 2"/>
        <a:buChar char=""/>
        <a:defRPr kumimoji="0" sz="2640" kern="1200">
          <a:solidFill>
            <a:schemeClr val="accent1"/>
          </a:solidFill>
          <a:latin typeface="+mn-lt"/>
          <a:ea typeface="+mn-ea"/>
          <a:cs typeface="+mn-cs"/>
        </a:defRPr>
      </a:lvl3pPr>
      <a:lvl4pPr marL="1297482" indent="-221276" algn="l" rtl="0" eaLnBrk="1" latinLnBrk="0" hangingPunct="1">
        <a:spcBef>
          <a:spcPts val="330"/>
        </a:spcBef>
        <a:buClr>
          <a:schemeClr val="accent1"/>
        </a:buClr>
        <a:buFont typeface="Wingdings 2"/>
        <a:buChar char=""/>
        <a:defRPr kumimoji="0" sz="2420" kern="1200">
          <a:solidFill>
            <a:schemeClr val="accent1"/>
          </a:solidFill>
          <a:latin typeface="+mn-lt"/>
          <a:ea typeface="+mn-ea"/>
          <a:cs typeface="+mn-cs"/>
        </a:defRPr>
      </a:lvl4pPr>
      <a:lvl5pPr marL="1528816" indent="-201160" algn="l" rtl="0" eaLnBrk="1" latinLnBrk="0" hangingPunct="1">
        <a:spcBef>
          <a:spcPts val="330"/>
        </a:spcBef>
        <a:buClr>
          <a:schemeClr val="accent3"/>
        </a:buClr>
        <a:buFont typeface="Georgia"/>
        <a:buChar char="▫"/>
        <a:defRPr kumimoji="0" sz="2200" kern="1200">
          <a:solidFill>
            <a:schemeClr val="accent3"/>
          </a:solidFill>
          <a:latin typeface="+mn-lt"/>
          <a:ea typeface="+mn-ea"/>
          <a:cs typeface="+mn-cs"/>
        </a:defRPr>
      </a:lvl5pPr>
      <a:lvl6pPr marL="1770208" indent="-201160" algn="l" rtl="0" eaLnBrk="1" latinLnBrk="0" hangingPunct="1">
        <a:spcBef>
          <a:spcPts val="330"/>
        </a:spcBef>
        <a:buClr>
          <a:schemeClr val="accent3"/>
        </a:buClr>
        <a:buFont typeface="Georgia"/>
        <a:buChar char="▫"/>
        <a:defRPr kumimoji="0" sz="1980" kern="1200">
          <a:solidFill>
            <a:schemeClr val="accent3"/>
          </a:solidFill>
          <a:latin typeface="+mn-lt"/>
          <a:ea typeface="+mn-ea"/>
          <a:cs typeface="+mn-cs"/>
        </a:defRPr>
      </a:lvl6pPr>
      <a:lvl7pPr marL="2011600" indent="-201160" algn="l" rtl="0" eaLnBrk="1" latinLnBrk="0" hangingPunct="1">
        <a:spcBef>
          <a:spcPts val="330"/>
        </a:spcBef>
        <a:buClr>
          <a:schemeClr val="accent3"/>
        </a:buClr>
        <a:buFont typeface="Georgia"/>
        <a:buChar char="▫"/>
        <a:defRPr kumimoji="0" sz="1760" kern="1200">
          <a:solidFill>
            <a:schemeClr val="accent3"/>
          </a:solidFill>
          <a:latin typeface="+mn-lt"/>
          <a:ea typeface="+mn-ea"/>
          <a:cs typeface="+mn-cs"/>
        </a:defRPr>
      </a:lvl7pPr>
      <a:lvl8pPr marL="2232876" indent="-201160" algn="l" rtl="0" eaLnBrk="1" latinLnBrk="0" hangingPunct="1">
        <a:spcBef>
          <a:spcPts val="330"/>
        </a:spcBef>
        <a:buClr>
          <a:schemeClr val="accent3"/>
        </a:buClr>
        <a:buFont typeface="Georgia"/>
        <a:buChar char="◦"/>
        <a:defRPr kumimoji="0" sz="1650" kern="1200">
          <a:solidFill>
            <a:schemeClr val="accent3"/>
          </a:solidFill>
          <a:latin typeface="+mn-lt"/>
          <a:ea typeface="+mn-ea"/>
          <a:cs typeface="+mn-cs"/>
        </a:defRPr>
      </a:lvl8pPr>
      <a:lvl9pPr marL="2464209" indent="-201160" algn="l" rtl="0" eaLnBrk="1" latinLnBrk="0" hangingPunct="1">
        <a:spcBef>
          <a:spcPts val="330"/>
        </a:spcBef>
        <a:buClr>
          <a:schemeClr val="accent3"/>
        </a:buClr>
        <a:buFont typeface="Georgia"/>
        <a:buChar char="◦"/>
        <a:defRPr kumimoji="0" sz="154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02900" algn="l" rtl="0" eaLnBrk="1" latinLnBrk="0" hangingPunct="1">
        <a:defRPr kumimoji="0" kern="1200">
          <a:solidFill>
            <a:schemeClr val="tx1"/>
          </a:solidFill>
          <a:latin typeface="+mn-lt"/>
          <a:ea typeface="+mn-ea"/>
          <a:cs typeface="+mn-cs"/>
        </a:defRPr>
      </a:lvl2pPr>
      <a:lvl3pPr marL="1005799" algn="l" rtl="0" eaLnBrk="1" latinLnBrk="0" hangingPunct="1">
        <a:defRPr kumimoji="0" kern="1200">
          <a:solidFill>
            <a:schemeClr val="tx1"/>
          </a:solidFill>
          <a:latin typeface="+mn-lt"/>
          <a:ea typeface="+mn-ea"/>
          <a:cs typeface="+mn-cs"/>
        </a:defRPr>
      </a:lvl3pPr>
      <a:lvl4pPr marL="1508700" algn="l" rtl="0" eaLnBrk="1" latinLnBrk="0" hangingPunct="1">
        <a:defRPr kumimoji="0" kern="1200">
          <a:solidFill>
            <a:schemeClr val="tx1"/>
          </a:solidFill>
          <a:latin typeface="+mn-lt"/>
          <a:ea typeface="+mn-ea"/>
          <a:cs typeface="+mn-cs"/>
        </a:defRPr>
      </a:lvl4pPr>
      <a:lvl5pPr marL="2011600" algn="l" rtl="0" eaLnBrk="1" latinLnBrk="0" hangingPunct="1">
        <a:defRPr kumimoji="0" kern="1200">
          <a:solidFill>
            <a:schemeClr val="tx1"/>
          </a:solidFill>
          <a:latin typeface="+mn-lt"/>
          <a:ea typeface="+mn-ea"/>
          <a:cs typeface="+mn-cs"/>
        </a:defRPr>
      </a:lvl5pPr>
      <a:lvl6pPr marL="2514500" algn="l" rtl="0" eaLnBrk="1" latinLnBrk="0" hangingPunct="1">
        <a:defRPr kumimoji="0" kern="1200">
          <a:solidFill>
            <a:schemeClr val="tx1"/>
          </a:solidFill>
          <a:latin typeface="+mn-lt"/>
          <a:ea typeface="+mn-ea"/>
          <a:cs typeface="+mn-cs"/>
        </a:defRPr>
      </a:lvl6pPr>
      <a:lvl7pPr marL="3017399" algn="l" rtl="0" eaLnBrk="1" latinLnBrk="0" hangingPunct="1">
        <a:defRPr kumimoji="0" kern="1200">
          <a:solidFill>
            <a:schemeClr val="tx1"/>
          </a:solidFill>
          <a:latin typeface="+mn-lt"/>
          <a:ea typeface="+mn-ea"/>
          <a:cs typeface="+mn-cs"/>
        </a:defRPr>
      </a:lvl7pPr>
      <a:lvl8pPr marL="3520299" algn="l" rtl="0" eaLnBrk="1" latinLnBrk="0" hangingPunct="1">
        <a:defRPr kumimoji="0" kern="1200">
          <a:solidFill>
            <a:schemeClr val="tx1"/>
          </a:solidFill>
          <a:latin typeface="+mn-lt"/>
          <a:ea typeface="+mn-ea"/>
          <a:cs typeface="+mn-cs"/>
        </a:defRPr>
      </a:lvl8pPr>
      <a:lvl9pPr marL="4023199"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0" y="-44607"/>
            <a:ext cx="10058400" cy="429084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R" sz="2376"/>
          </a:p>
        </p:txBody>
      </p:sp>
      <p:pic>
        <p:nvPicPr>
          <p:cNvPr id="1026" name="Picture 2" descr="Image result for nvi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86174" y="139906"/>
            <a:ext cx="2872227" cy="2018765"/>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ctrTitle"/>
          </p:nvPr>
        </p:nvSpPr>
        <p:spPr>
          <a:xfrm>
            <a:off x="0" y="114300"/>
            <a:ext cx="10058400" cy="7543800"/>
          </a:xfrm>
        </p:spPr>
        <p:txBody>
          <a:bodyPr>
            <a:normAutofit/>
          </a:bodyPr>
          <a:lstStyle/>
          <a:p>
            <a:pPr algn="ct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r>
              <a:rPr lang="en-US" sz="2640" dirty="0">
                <a:solidFill>
                  <a:schemeClr val="tx1"/>
                </a:solidFill>
                <a:latin typeface="Times New Roman" panose="02020603050405020304" pitchFamily="18" charset="0"/>
                <a:cs typeface="Times New Roman" panose="02020603050405020304" pitchFamily="18" charset="0"/>
              </a:rPr>
              <a:t>Northeastern University Computer Architecture Research Lab</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2200" b="1" dirty="0">
                <a:solidFill>
                  <a:schemeClr val="tx1"/>
                </a:solidFill>
                <a:latin typeface="Times New Roman" panose="02020603050405020304" pitchFamily="18" charset="0"/>
                <a:cs typeface="Times New Roman" panose="02020603050405020304" pitchFamily="18" charset="0"/>
              </a:rPr>
              <a:t>Certifies that</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1980" dirty="0">
                <a:solidFill>
                  <a:schemeClr val="tx1"/>
                </a:solidFill>
                <a:latin typeface="Times New Roman" panose="02020603050405020304" pitchFamily="18" charset="0"/>
                <a:cs typeface="Times New Roman" panose="02020603050405020304" pitchFamily="18" charset="0"/>
              </a:rPr>
              <a:t>Has successfully demonstrated the knowledge, skills and abilities </a:t>
            </a:r>
            <a:br>
              <a:rPr lang="en-US" sz="1980" dirty="0">
                <a:solidFill>
                  <a:schemeClr val="tx1"/>
                </a:solidFill>
                <a:latin typeface="Times New Roman" panose="02020603050405020304" pitchFamily="18" charset="0"/>
                <a:cs typeface="Times New Roman" panose="02020603050405020304" pitchFamily="18" charset="0"/>
              </a:rPr>
            </a:br>
            <a:r>
              <a:rPr lang="en-US" sz="1980" dirty="0">
                <a:solidFill>
                  <a:schemeClr val="tx1"/>
                </a:solidFill>
                <a:latin typeface="Times New Roman" panose="02020603050405020304" pitchFamily="18" charset="0"/>
                <a:cs typeface="Times New Roman" panose="02020603050405020304" pitchFamily="18" charset="0"/>
              </a:rPr>
              <a:t>required for completing the </a:t>
            </a:r>
            <a:r>
              <a:rPr lang="en-US" sz="1980" b="1" dirty="0">
                <a:solidFill>
                  <a:schemeClr val="tx1"/>
                </a:solidFill>
                <a:latin typeface="Times New Roman" panose="02020603050405020304" pitchFamily="18" charset="0"/>
                <a:cs typeface="Times New Roman" panose="02020603050405020304" pitchFamily="18" charset="0"/>
              </a:rPr>
              <a:t>GPU programming basics using CUDA </a:t>
            </a:r>
            <a:r>
              <a:rPr lang="en-US" sz="1980" dirty="0">
                <a:solidFill>
                  <a:schemeClr val="tx1"/>
                </a:solidFill>
                <a:latin typeface="Times New Roman" panose="02020603050405020304" pitchFamily="18" charset="0"/>
                <a:cs typeface="Times New Roman" panose="02020603050405020304" pitchFamily="18" charset="0"/>
              </a:rPr>
              <a:t>workshop</a:t>
            </a:r>
            <a:br>
              <a:rPr lang="en-US" sz="26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1210" dirty="0">
                <a:solidFill>
                  <a:schemeClr val="tx1"/>
                </a:solidFill>
                <a:latin typeface="Times New Roman" panose="02020603050405020304" pitchFamily="18" charset="0"/>
                <a:cs typeface="Times New Roman" panose="02020603050405020304" pitchFamily="18" charset="0"/>
              </a:rPr>
              <a:t>Organized by NUCAR laboratory from Northeastern University,</a:t>
            </a:r>
            <a:br>
              <a:rPr lang="en-US" sz="1210" dirty="0">
                <a:solidFill>
                  <a:schemeClr val="tx1"/>
                </a:solidFill>
                <a:latin typeface="Times New Roman" panose="02020603050405020304" pitchFamily="18" charset="0"/>
                <a:cs typeface="Times New Roman" panose="02020603050405020304" pitchFamily="18" charset="0"/>
              </a:rPr>
            </a:br>
            <a:r>
              <a:rPr lang="en-US" sz="1210" dirty="0">
                <a:solidFill>
                  <a:schemeClr val="tx1"/>
                </a:solidFill>
                <a:latin typeface="Times New Roman" panose="02020603050405020304" pitchFamily="18" charset="0"/>
                <a:cs typeface="Times New Roman" panose="02020603050405020304" pitchFamily="18" charset="0"/>
              </a:rPr>
              <a:t>from January 18</a:t>
            </a:r>
            <a:r>
              <a:rPr lang="en-US" sz="1210" baseline="30000" dirty="0">
                <a:solidFill>
                  <a:schemeClr val="tx1"/>
                </a:solidFill>
                <a:latin typeface="Times New Roman" panose="02020603050405020304" pitchFamily="18" charset="0"/>
                <a:cs typeface="Times New Roman" panose="02020603050405020304" pitchFamily="18" charset="0"/>
              </a:rPr>
              <a:t>th</a:t>
            </a:r>
            <a:r>
              <a:rPr lang="en-US" sz="1210" dirty="0">
                <a:solidFill>
                  <a:schemeClr val="tx1"/>
                </a:solidFill>
                <a:latin typeface="Times New Roman" panose="02020603050405020304" pitchFamily="18" charset="0"/>
                <a:cs typeface="Times New Roman" panose="02020603050405020304" pitchFamily="18" charset="0"/>
              </a:rPr>
              <a:t> to March 1</a:t>
            </a:r>
            <a:r>
              <a:rPr lang="en-US" sz="1210" baseline="30000" dirty="0">
                <a:solidFill>
                  <a:schemeClr val="tx1"/>
                </a:solidFill>
                <a:latin typeface="Times New Roman" panose="02020603050405020304" pitchFamily="18" charset="0"/>
                <a:cs typeface="Times New Roman" panose="02020603050405020304" pitchFamily="18" charset="0"/>
              </a:rPr>
              <a:t>st</a:t>
            </a:r>
            <a:r>
              <a:rPr lang="en-US" sz="1210" dirty="0">
                <a:solidFill>
                  <a:schemeClr val="tx1"/>
                </a:solidFill>
                <a:latin typeface="Times New Roman" panose="02020603050405020304" pitchFamily="18" charset="0"/>
                <a:cs typeface="Times New Roman" panose="02020603050405020304" pitchFamily="18" charset="0"/>
              </a:rPr>
              <a:t>, 2017.</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endParaRPr lang="en-US" sz="1540" dirty="0">
              <a:solidFill>
                <a:schemeClr val="tx1"/>
              </a:solidFill>
              <a:latin typeface="Times New Roman" panose="02020603050405020304" pitchFamily="18" charset="0"/>
              <a:cs typeface="Times New Roman" panose="02020603050405020304" pitchFamily="18" charset="0"/>
            </a:endParaRPr>
          </a:p>
        </p:txBody>
      </p:sp>
      <p:sp>
        <p:nvSpPr>
          <p:cNvPr id="5" name="4 CuadroTexto"/>
          <p:cNvSpPr txBox="1"/>
          <p:nvPr/>
        </p:nvSpPr>
        <p:spPr>
          <a:xfrm>
            <a:off x="1531464" y="6882039"/>
            <a:ext cx="1808508" cy="464743"/>
          </a:xfrm>
          <a:prstGeom prst="rect">
            <a:avLst/>
          </a:prstGeom>
          <a:noFill/>
        </p:spPr>
        <p:txBody>
          <a:bodyPr wrap="none" rtlCol="0">
            <a:spAutoFit/>
          </a:bodyPr>
          <a:lstStyle/>
          <a:p>
            <a:pPr algn="ctr"/>
            <a:r>
              <a:rPr lang="es-CR" sz="1210" dirty="0"/>
              <a:t>Julián Gutiérrez Monge</a:t>
            </a:r>
          </a:p>
          <a:p>
            <a:pPr algn="ctr"/>
            <a:r>
              <a:rPr lang="es-CR" sz="1210" b="1" dirty="0" err="1"/>
              <a:t>Coordinator</a:t>
            </a:r>
            <a:endParaRPr lang="es-CR" sz="1210" b="1" dirty="0"/>
          </a:p>
        </p:txBody>
      </p:sp>
      <p:sp>
        <p:nvSpPr>
          <p:cNvPr id="9" name="8 CuadroTexto"/>
          <p:cNvSpPr txBox="1"/>
          <p:nvPr/>
        </p:nvSpPr>
        <p:spPr>
          <a:xfrm>
            <a:off x="6718432" y="6882039"/>
            <a:ext cx="1510350" cy="464743"/>
          </a:xfrm>
          <a:prstGeom prst="rect">
            <a:avLst/>
          </a:prstGeom>
          <a:noFill/>
        </p:spPr>
        <p:txBody>
          <a:bodyPr wrap="none" rtlCol="0">
            <a:spAutoFit/>
          </a:bodyPr>
          <a:lstStyle/>
          <a:p>
            <a:pPr algn="ctr"/>
            <a:r>
              <a:rPr lang="es-CR" sz="1210" dirty="0"/>
              <a:t>Dr. David Kaeli</a:t>
            </a:r>
          </a:p>
          <a:p>
            <a:pPr algn="ctr"/>
            <a:r>
              <a:rPr lang="es-CR" sz="1210" b="1" dirty="0"/>
              <a:t>NUCAR Director</a:t>
            </a:r>
          </a:p>
        </p:txBody>
      </p:sp>
      <p:sp>
        <p:nvSpPr>
          <p:cNvPr id="6" name="5 CuadroTexto"/>
          <p:cNvSpPr txBox="1"/>
          <p:nvPr/>
        </p:nvSpPr>
        <p:spPr>
          <a:xfrm>
            <a:off x="0" y="3094115"/>
            <a:ext cx="10058400" cy="1107996"/>
          </a:xfrm>
          <a:prstGeom prst="rect">
            <a:avLst/>
          </a:prstGeom>
          <a:noFill/>
        </p:spPr>
        <p:txBody>
          <a:bodyPr wrap="square" rtlCol="0">
            <a:spAutoFit/>
          </a:bodyPr>
          <a:lstStyle/>
          <a:p>
            <a:pPr algn="ctr"/>
            <a:r>
              <a:rPr lang="es-CR" sz="6600" dirty="0">
                <a:latin typeface="French Script MT" panose="03020402040607040605" pitchFamily="66" charset="0"/>
              </a:rPr>
              <a:t>&lt;</a:t>
            </a:r>
            <a:r>
              <a:rPr lang="es-CR" sz="6600" dirty="0" err="1">
                <a:latin typeface="French Script MT" panose="03020402040607040605" pitchFamily="66" charset="0"/>
              </a:rPr>
              <a:t>Name</a:t>
            </a:r>
            <a:r>
              <a:rPr lang="es-CR" sz="6600" dirty="0">
                <a:latin typeface="French Script MT" panose="03020402040607040605" pitchFamily="66" charset="0"/>
              </a:rPr>
              <a:t>&gt;</a:t>
            </a:r>
          </a:p>
        </p:txBody>
      </p:sp>
      <p:sp>
        <p:nvSpPr>
          <p:cNvPr id="3" name="AutoShape 2" descr="Displaying INGENIERIAlogoCOLOR.jpg"/>
          <p:cNvSpPr>
            <a:spLocks noChangeAspect="1" noChangeArrowheads="1"/>
          </p:cNvSpPr>
          <p:nvPr/>
        </p:nvSpPr>
        <p:spPr bwMode="auto">
          <a:xfrm>
            <a:off x="171133" y="-44607"/>
            <a:ext cx="335280" cy="3352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584" tIns="50292" rIns="100584" bIns="50292" numCol="1" anchor="t" anchorCtr="0" compatLnSpc="1">
            <a:prstTxWarp prst="textNoShape">
              <a:avLst/>
            </a:prstTxWarp>
          </a:bodyPr>
          <a:lstStyle/>
          <a:p>
            <a:endParaRPr lang="es-CR" sz="2376"/>
          </a:p>
        </p:txBody>
      </p:sp>
      <p:sp>
        <p:nvSpPr>
          <p:cNvPr id="7" name="AutoShape 4" descr="Displaying INGENIERIAlogoCOLOR.jpg"/>
          <p:cNvSpPr>
            <a:spLocks noChangeAspect="1" noChangeArrowheads="1"/>
          </p:cNvSpPr>
          <p:nvPr/>
        </p:nvSpPr>
        <p:spPr bwMode="auto">
          <a:xfrm>
            <a:off x="338773" y="123035"/>
            <a:ext cx="335280" cy="3352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584" tIns="50292" rIns="100584" bIns="50292" numCol="1" anchor="t" anchorCtr="0" compatLnSpc="1">
            <a:prstTxWarp prst="textNoShape">
              <a:avLst/>
            </a:prstTxWarp>
          </a:bodyPr>
          <a:lstStyle/>
          <a:p>
            <a:endParaRPr lang="es-CR" sz="2376"/>
          </a:p>
        </p:txBody>
      </p:sp>
      <p:pic>
        <p:nvPicPr>
          <p:cNvPr id="15" name="Picture 14" descr="http://www.ece.neu.edu/groups/nucar/img/nuca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972" y="790326"/>
            <a:ext cx="3378460" cy="71792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57" y="467046"/>
            <a:ext cx="1367968" cy="1367968"/>
          </a:xfrm>
          <a:prstGeom prst="rect">
            <a:avLst/>
          </a:prstGeom>
        </p:spPr>
      </p:pic>
    </p:spTree>
    <p:extLst>
      <p:ext uri="{BB962C8B-B14F-4D97-AF65-F5344CB8AC3E}">
        <p14:creationId xmlns:p14="http://schemas.microsoft.com/office/powerpoint/2010/main" val="3566270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0" y="-44607"/>
            <a:ext cx="10058400" cy="429084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R" sz="2376"/>
          </a:p>
        </p:txBody>
      </p:sp>
      <p:pic>
        <p:nvPicPr>
          <p:cNvPr id="1026" name="Picture 2" descr="Image result for nvi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86174" y="139906"/>
            <a:ext cx="2872227" cy="2018765"/>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ctrTitle"/>
          </p:nvPr>
        </p:nvSpPr>
        <p:spPr>
          <a:xfrm>
            <a:off x="0" y="114300"/>
            <a:ext cx="10058400" cy="7543800"/>
          </a:xfrm>
        </p:spPr>
        <p:txBody>
          <a:bodyPr>
            <a:normAutofit/>
          </a:bodyPr>
          <a:lstStyle/>
          <a:p>
            <a:pPr algn="ct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r>
              <a:rPr lang="en-US" sz="2640" dirty="0">
                <a:solidFill>
                  <a:schemeClr val="tx1"/>
                </a:solidFill>
                <a:latin typeface="Times New Roman" panose="02020603050405020304" pitchFamily="18" charset="0"/>
                <a:cs typeface="Times New Roman" panose="02020603050405020304" pitchFamily="18" charset="0"/>
              </a:rPr>
              <a:t>Northeastern University Computer Architecture Research Lab</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2200" b="1" dirty="0">
                <a:solidFill>
                  <a:schemeClr val="tx1"/>
                </a:solidFill>
                <a:latin typeface="Times New Roman" panose="02020603050405020304" pitchFamily="18" charset="0"/>
                <a:cs typeface="Times New Roman" panose="02020603050405020304" pitchFamily="18" charset="0"/>
              </a:rPr>
              <a:t>Certifies that</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1980" dirty="0">
                <a:solidFill>
                  <a:schemeClr val="tx1"/>
                </a:solidFill>
                <a:latin typeface="Times New Roman" panose="02020603050405020304" pitchFamily="18" charset="0"/>
                <a:cs typeface="Times New Roman" panose="02020603050405020304" pitchFamily="18" charset="0"/>
              </a:rPr>
              <a:t>obtained the best performing implementation of the final project </a:t>
            </a:r>
            <a:br>
              <a:rPr lang="en-US" sz="1980" dirty="0">
                <a:solidFill>
                  <a:schemeClr val="tx1"/>
                </a:solidFill>
                <a:latin typeface="Times New Roman" panose="02020603050405020304" pitchFamily="18" charset="0"/>
                <a:cs typeface="Times New Roman" panose="02020603050405020304" pitchFamily="18" charset="0"/>
              </a:rPr>
            </a:br>
            <a:r>
              <a:rPr lang="en-US" sz="1980" dirty="0">
                <a:solidFill>
                  <a:schemeClr val="tx1"/>
                </a:solidFill>
                <a:latin typeface="Times New Roman" panose="02020603050405020304" pitchFamily="18" charset="0"/>
                <a:cs typeface="Times New Roman" panose="02020603050405020304" pitchFamily="18" charset="0"/>
              </a:rPr>
              <a:t>for the </a:t>
            </a:r>
            <a:r>
              <a:rPr lang="en-US" sz="1980" b="1" dirty="0">
                <a:solidFill>
                  <a:schemeClr val="tx1"/>
                </a:solidFill>
                <a:latin typeface="Times New Roman" panose="02020603050405020304" pitchFamily="18" charset="0"/>
                <a:cs typeface="Times New Roman" panose="02020603050405020304" pitchFamily="18" charset="0"/>
              </a:rPr>
              <a:t>GPU programming basics using CUDA </a:t>
            </a:r>
            <a:r>
              <a:rPr lang="en-US" sz="1980" dirty="0">
                <a:solidFill>
                  <a:schemeClr val="tx1"/>
                </a:solidFill>
                <a:latin typeface="Times New Roman" panose="02020603050405020304" pitchFamily="18" charset="0"/>
                <a:cs typeface="Times New Roman" panose="02020603050405020304" pitchFamily="18" charset="0"/>
              </a:rPr>
              <a:t>workshop</a:t>
            </a:r>
            <a:br>
              <a:rPr lang="en-US" sz="26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1210" dirty="0">
                <a:solidFill>
                  <a:schemeClr val="tx1"/>
                </a:solidFill>
                <a:latin typeface="Times New Roman" panose="02020603050405020304" pitchFamily="18" charset="0"/>
                <a:cs typeface="Times New Roman" panose="02020603050405020304" pitchFamily="18" charset="0"/>
              </a:rPr>
              <a:t>Organized by NUCAR laboratory from Northeastern University,</a:t>
            </a:r>
            <a:br>
              <a:rPr lang="en-US" sz="1210" dirty="0">
                <a:solidFill>
                  <a:schemeClr val="tx1"/>
                </a:solidFill>
                <a:latin typeface="Times New Roman" panose="02020603050405020304" pitchFamily="18" charset="0"/>
                <a:cs typeface="Times New Roman" panose="02020603050405020304" pitchFamily="18" charset="0"/>
              </a:rPr>
            </a:br>
            <a:r>
              <a:rPr lang="en-US" sz="1210" dirty="0">
                <a:solidFill>
                  <a:schemeClr val="tx1"/>
                </a:solidFill>
                <a:latin typeface="Times New Roman" panose="02020603050405020304" pitchFamily="18" charset="0"/>
                <a:cs typeface="Times New Roman" panose="02020603050405020304" pitchFamily="18" charset="0"/>
              </a:rPr>
              <a:t>from January 18</a:t>
            </a:r>
            <a:r>
              <a:rPr lang="en-US" sz="1210" baseline="30000" dirty="0">
                <a:solidFill>
                  <a:schemeClr val="tx1"/>
                </a:solidFill>
                <a:latin typeface="Times New Roman" panose="02020603050405020304" pitchFamily="18" charset="0"/>
                <a:cs typeface="Times New Roman" panose="02020603050405020304" pitchFamily="18" charset="0"/>
              </a:rPr>
              <a:t>th</a:t>
            </a:r>
            <a:r>
              <a:rPr lang="en-US" sz="1210" dirty="0">
                <a:solidFill>
                  <a:schemeClr val="tx1"/>
                </a:solidFill>
                <a:latin typeface="Times New Roman" panose="02020603050405020304" pitchFamily="18" charset="0"/>
                <a:cs typeface="Times New Roman" panose="02020603050405020304" pitchFamily="18" charset="0"/>
              </a:rPr>
              <a:t> to March 1</a:t>
            </a:r>
            <a:r>
              <a:rPr lang="en-US" sz="1210" baseline="30000" dirty="0">
                <a:solidFill>
                  <a:schemeClr val="tx1"/>
                </a:solidFill>
                <a:latin typeface="Times New Roman" panose="02020603050405020304" pitchFamily="18" charset="0"/>
                <a:cs typeface="Times New Roman" panose="02020603050405020304" pitchFamily="18" charset="0"/>
              </a:rPr>
              <a:t>st</a:t>
            </a:r>
            <a:r>
              <a:rPr lang="en-US" sz="1210" dirty="0">
                <a:solidFill>
                  <a:schemeClr val="tx1"/>
                </a:solidFill>
                <a:latin typeface="Times New Roman" panose="02020603050405020304" pitchFamily="18" charset="0"/>
                <a:cs typeface="Times New Roman" panose="02020603050405020304" pitchFamily="18" charset="0"/>
              </a:rPr>
              <a:t>, 2017.</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endParaRPr lang="en-US" sz="1540" dirty="0">
              <a:solidFill>
                <a:schemeClr val="tx1"/>
              </a:solidFill>
              <a:latin typeface="Times New Roman" panose="02020603050405020304" pitchFamily="18" charset="0"/>
              <a:cs typeface="Times New Roman" panose="02020603050405020304" pitchFamily="18" charset="0"/>
            </a:endParaRPr>
          </a:p>
        </p:txBody>
      </p:sp>
      <p:sp>
        <p:nvSpPr>
          <p:cNvPr id="5" name="4 CuadroTexto"/>
          <p:cNvSpPr txBox="1"/>
          <p:nvPr/>
        </p:nvSpPr>
        <p:spPr>
          <a:xfrm>
            <a:off x="1531464" y="6882039"/>
            <a:ext cx="1808508" cy="464743"/>
          </a:xfrm>
          <a:prstGeom prst="rect">
            <a:avLst/>
          </a:prstGeom>
          <a:noFill/>
        </p:spPr>
        <p:txBody>
          <a:bodyPr wrap="none" rtlCol="0">
            <a:spAutoFit/>
          </a:bodyPr>
          <a:lstStyle/>
          <a:p>
            <a:pPr algn="ctr"/>
            <a:r>
              <a:rPr lang="es-CR" sz="1210" dirty="0"/>
              <a:t>Julián Gutiérrez Monge</a:t>
            </a:r>
          </a:p>
          <a:p>
            <a:pPr algn="ctr"/>
            <a:r>
              <a:rPr lang="es-CR" sz="1210" b="1" dirty="0" err="1"/>
              <a:t>Coordinator</a:t>
            </a:r>
            <a:endParaRPr lang="es-CR" sz="1210" b="1" dirty="0"/>
          </a:p>
        </p:txBody>
      </p:sp>
      <p:sp>
        <p:nvSpPr>
          <p:cNvPr id="9" name="8 CuadroTexto"/>
          <p:cNvSpPr txBox="1"/>
          <p:nvPr/>
        </p:nvSpPr>
        <p:spPr>
          <a:xfrm>
            <a:off x="6718432" y="6882039"/>
            <a:ext cx="1510350" cy="464743"/>
          </a:xfrm>
          <a:prstGeom prst="rect">
            <a:avLst/>
          </a:prstGeom>
          <a:noFill/>
        </p:spPr>
        <p:txBody>
          <a:bodyPr wrap="none" rtlCol="0">
            <a:spAutoFit/>
          </a:bodyPr>
          <a:lstStyle/>
          <a:p>
            <a:pPr algn="ctr"/>
            <a:r>
              <a:rPr lang="es-CR" sz="1210" dirty="0"/>
              <a:t>Dr. David Kaeli</a:t>
            </a:r>
          </a:p>
          <a:p>
            <a:pPr algn="ctr"/>
            <a:r>
              <a:rPr lang="es-CR" sz="1210" b="1" dirty="0"/>
              <a:t>NUCAR Director</a:t>
            </a:r>
          </a:p>
        </p:txBody>
      </p:sp>
      <p:sp>
        <p:nvSpPr>
          <p:cNvPr id="6" name="5 CuadroTexto"/>
          <p:cNvSpPr txBox="1"/>
          <p:nvPr/>
        </p:nvSpPr>
        <p:spPr>
          <a:xfrm>
            <a:off x="0" y="3094115"/>
            <a:ext cx="10058400" cy="1107996"/>
          </a:xfrm>
          <a:prstGeom prst="rect">
            <a:avLst/>
          </a:prstGeom>
          <a:noFill/>
        </p:spPr>
        <p:txBody>
          <a:bodyPr wrap="square" rtlCol="0">
            <a:spAutoFit/>
          </a:bodyPr>
          <a:lstStyle/>
          <a:p>
            <a:pPr algn="ctr"/>
            <a:r>
              <a:rPr lang="es-CR" sz="6600" dirty="0">
                <a:latin typeface="French Script MT" panose="03020402040607040605" pitchFamily="66" charset="0"/>
              </a:rPr>
              <a:t>&lt;</a:t>
            </a:r>
            <a:r>
              <a:rPr lang="es-CR" sz="6600" dirty="0" err="1">
                <a:latin typeface="French Script MT" panose="03020402040607040605" pitchFamily="66" charset="0"/>
              </a:rPr>
              <a:t>Name</a:t>
            </a:r>
            <a:r>
              <a:rPr lang="es-CR" sz="6600" dirty="0">
                <a:latin typeface="French Script MT" panose="03020402040607040605" pitchFamily="66" charset="0"/>
              </a:rPr>
              <a:t>&gt;</a:t>
            </a:r>
          </a:p>
        </p:txBody>
      </p:sp>
      <p:sp>
        <p:nvSpPr>
          <p:cNvPr id="3" name="AutoShape 2" descr="Displaying INGENIERIAlogoCOLOR.jpg"/>
          <p:cNvSpPr>
            <a:spLocks noChangeAspect="1" noChangeArrowheads="1"/>
          </p:cNvSpPr>
          <p:nvPr/>
        </p:nvSpPr>
        <p:spPr bwMode="auto">
          <a:xfrm>
            <a:off x="171133" y="-44607"/>
            <a:ext cx="335280" cy="3352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584" tIns="50292" rIns="100584" bIns="50292" numCol="1" anchor="t" anchorCtr="0" compatLnSpc="1">
            <a:prstTxWarp prst="textNoShape">
              <a:avLst/>
            </a:prstTxWarp>
          </a:bodyPr>
          <a:lstStyle/>
          <a:p>
            <a:endParaRPr lang="es-CR" sz="2376"/>
          </a:p>
        </p:txBody>
      </p:sp>
      <p:sp>
        <p:nvSpPr>
          <p:cNvPr id="7" name="AutoShape 4" descr="Displaying INGENIERIAlogoCOLOR.jpg"/>
          <p:cNvSpPr>
            <a:spLocks noChangeAspect="1" noChangeArrowheads="1"/>
          </p:cNvSpPr>
          <p:nvPr/>
        </p:nvSpPr>
        <p:spPr bwMode="auto">
          <a:xfrm>
            <a:off x="338773" y="123035"/>
            <a:ext cx="335280" cy="3352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584" tIns="50292" rIns="100584" bIns="50292" numCol="1" anchor="t" anchorCtr="0" compatLnSpc="1">
            <a:prstTxWarp prst="textNoShape">
              <a:avLst/>
            </a:prstTxWarp>
          </a:bodyPr>
          <a:lstStyle/>
          <a:p>
            <a:endParaRPr lang="es-CR" sz="2376"/>
          </a:p>
        </p:txBody>
      </p:sp>
      <p:pic>
        <p:nvPicPr>
          <p:cNvPr id="15" name="Picture 14" descr="http://www.ece.neu.edu/groups/nucar/img/nuca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972" y="790326"/>
            <a:ext cx="3378460" cy="71792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57" y="467046"/>
            <a:ext cx="1367968" cy="1367968"/>
          </a:xfrm>
          <a:prstGeom prst="rect">
            <a:avLst/>
          </a:prstGeom>
        </p:spPr>
      </p:pic>
    </p:spTree>
    <p:extLst>
      <p:ext uri="{BB962C8B-B14F-4D97-AF65-F5344CB8AC3E}">
        <p14:creationId xmlns:p14="http://schemas.microsoft.com/office/powerpoint/2010/main" val="2378098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0" y="-44607"/>
            <a:ext cx="10058400" cy="429084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R" sz="2376"/>
          </a:p>
        </p:txBody>
      </p:sp>
      <p:pic>
        <p:nvPicPr>
          <p:cNvPr id="1026" name="Picture 2" descr="Image result for nvi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86174" y="139906"/>
            <a:ext cx="2872227" cy="2018765"/>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ctrTitle"/>
          </p:nvPr>
        </p:nvSpPr>
        <p:spPr>
          <a:xfrm>
            <a:off x="0" y="114300"/>
            <a:ext cx="10058400" cy="7543800"/>
          </a:xfrm>
        </p:spPr>
        <p:txBody>
          <a:bodyPr>
            <a:normAutofit/>
          </a:bodyPr>
          <a:lstStyle/>
          <a:p>
            <a:pPr algn="ct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br>
              <a:rPr lang="en-US" sz="2640" dirty="0">
                <a:solidFill>
                  <a:schemeClr val="tx1"/>
                </a:solidFill>
                <a:latin typeface="Times New Roman" panose="02020603050405020304" pitchFamily="18" charset="0"/>
                <a:cs typeface="Times New Roman" panose="02020603050405020304" pitchFamily="18" charset="0"/>
              </a:rPr>
            </a:br>
            <a:r>
              <a:rPr lang="en-US" sz="2640" dirty="0">
                <a:solidFill>
                  <a:schemeClr val="tx1"/>
                </a:solidFill>
                <a:latin typeface="Times New Roman" panose="02020603050405020304" pitchFamily="18" charset="0"/>
                <a:cs typeface="Times New Roman" panose="02020603050405020304" pitchFamily="18" charset="0"/>
              </a:rPr>
              <a:t>Northeastern University Computer Architecture Research Lab</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2200" b="1" dirty="0">
                <a:solidFill>
                  <a:schemeClr val="tx1"/>
                </a:solidFill>
                <a:latin typeface="Times New Roman" panose="02020603050405020304" pitchFamily="18" charset="0"/>
                <a:cs typeface="Times New Roman" panose="02020603050405020304" pitchFamily="18" charset="0"/>
              </a:rPr>
              <a:t>Certifies that</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1980" dirty="0">
                <a:solidFill>
                  <a:schemeClr val="tx1"/>
                </a:solidFill>
                <a:latin typeface="Times New Roman" panose="02020603050405020304" pitchFamily="18" charset="0"/>
                <a:cs typeface="Times New Roman" panose="02020603050405020304" pitchFamily="18" charset="0"/>
              </a:rPr>
              <a:t>assisted in the coordination and development of the </a:t>
            </a:r>
            <a:br>
              <a:rPr lang="en-US" sz="1980" dirty="0">
                <a:solidFill>
                  <a:schemeClr val="tx1"/>
                </a:solidFill>
                <a:latin typeface="Times New Roman" panose="02020603050405020304" pitchFamily="18" charset="0"/>
                <a:cs typeface="Times New Roman" panose="02020603050405020304" pitchFamily="18" charset="0"/>
              </a:rPr>
            </a:br>
            <a:r>
              <a:rPr lang="en-US" sz="1980" b="1" dirty="0">
                <a:solidFill>
                  <a:schemeClr val="tx1"/>
                </a:solidFill>
                <a:latin typeface="Times New Roman" panose="02020603050405020304" pitchFamily="18" charset="0"/>
                <a:cs typeface="Times New Roman" panose="02020603050405020304" pitchFamily="18" charset="0"/>
              </a:rPr>
              <a:t>GPU programming basics using CUDA </a:t>
            </a:r>
            <a:r>
              <a:rPr lang="en-US" sz="1980" dirty="0">
                <a:solidFill>
                  <a:schemeClr val="tx1"/>
                </a:solidFill>
                <a:latin typeface="Times New Roman" panose="02020603050405020304" pitchFamily="18" charset="0"/>
                <a:cs typeface="Times New Roman" panose="02020603050405020304" pitchFamily="18" charset="0"/>
              </a:rPr>
              <a:t>workshop</a:t>
            </a:r>
            <a:br>
              <a:rPr lang="en-US" sz="26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r>
              <a:rPr lang="en-US" sz="1210" dirty="0">
                <a:solidFill>
                  <a:schemeClr val="tx1"/>
                </a:solidFill>
                <a:latin typeface="Times New Roman" panose="02020603050405020304" pitchFamily="18" charset="0"/>
                <a:cs typeface="Times New Roman" panose="02020603050405020304" pitchFamily="18" charset="0"/>
              </a:rPr>
              <a:t>Organized by NUCAR laboratory from Northeastern University,</a:t>
            </a:r>
            <a:br>
              <a:rPr lang="en-US" sz="1210" dirty="0">
                <a:solidFill>
                  <a:schemeClr val="tx1"/>
                </a:solidFill>
                <a:latin typeface="Times New Roman" panose="02020603050405020304" pitchFamily="18" charset="0"/>
                <a:cs typeface="Times New Roman" panose="02020603050405020304" pitchFamily="18" charset="0"/>
              </a:rPr>
            </a:br>
            <a:r>
              <a:rPr lang="en-US" sz="1210" dirty="0">
                <a:solidFill>
                  <a:schemeClr val="tx1"/>
                </a:solidFill>
                <a:latin typeface="Times New Roman" panose="02020603050405020304" pitchFamily="18" charset="0"/>
                <a:cs typeface="Times New Roman" panose="02020603050405020304" pitchFamily="18" charset="0"/>
              </a:rPr>
              <a:t>from January 18</a:t>
            </a:r>
            <a:r>
              <a:rPr lang="en-US" sz="1210" baseline="30000" dirty="0">
                <a:solidFill>
                  <a:schemeClr val="tx1"/>
                </a:solidFill>
                <a:latin typeface="Times New Roman" panose="02020603050405020304" pitchFamily="18" charset="0"/>
                <a:cs typeface="Times New Roman" panose="02020603050405020304" pitchFamily="18" charset="0"/>
              </a:rPr>
              <a:t>th</a:t>
            </a:r>
            <a:r>
              <a:rPr lang="en-US" sz="1210" dirty="0">
                <a:solidFill>
                  <a:schemeClr val="tx1"/>
                </a:solidFill>
                <a:latin typeface="Times New Roman" panose="02020603050405020304" pitchFamily="18" charset="0"/>
                <a:cs typeface="Times New Roman" panose="02020603050405020304" pitchFamily="18" charset="0"/>
              </a:rPr>
              <a:t> to March 1</a:t>
            </a:r>
            <a:r>
              <a:rPr lang="en-US" sz="1210" baseline="30000" dirty="0">
                <a:solidFill>
                  <a:schemeClr val="tx1"/>
                </a:solidFill>
                <a:latin typeface="Times New Roman" panose="02020603050405020304" pitchFamily="18" charset="0"/>
                <a:cs typeface="Times New Roman" panose="02020603050405020304" pitchFamily="18" charset="0"/>
              </a:rPr>
              <a:t>st</a:t>
            </a:r>
            <a:r>
              <a:rPr lang="en-US" sz="1210" dirty="0">
                <a:solidFill>
                  <a:schemeClr val="tx1"/>
                </a:solidFill>
                <a:latin typeface="Times New Roman" panose="02020603050405020304" pitchFamily="18" charset="0"/>
                <a:cs typeface="Times New Roman" panose="02020603050405020304" pitchFamily="18" charset="0"/>
              </a:rPr>
              <a:t>, 2017.</a:t>
            </a: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br>
              <a:rPr lang="en-US" sz="1540" dirty="0">
                <a:solidFill>
                  <a:schemeClr val="tx1"/>
                </a:solidFill>
                <a:latin typeface="Times New Roman" panose="02020603050405020304" pitchFamily="18" charset="0"/>
                <a:cs typeface="Times New Roman" panose="02020603050405020304" pitchFamily="18" charset="0"/>
              </a:rPr>
            </a:br>
            <a:endParaRPr lang="en-US" sz="1540" dirty="0">
              <a:solidFill>
                <a:schemeClr val="tx1"/>
              </a:solidFill>
              <a:latin typeface="Times New Roman" panose="02020603050405020304" pitchFamily="18" charset="0"/>
              <a:cs typeface="Times New Roman" panose="02020603050405020304" pitchFamily="18" charset="0"/>
            </a:endParaRPr>
          </a:p>
        </p:txBody>
      </p:sp>
      <p:sp>
        <p:nvSpPr>
          <p:cNvPr id="5" name="4 CuadroTexto"/>
          <p:cNvSpPr txBox="1"/>
          <p:nvPr/>
        </p:nvSpPr>
        <p:spPr>
          <a:xfrm>
            <a:off x="1531464" y="6882039"/>
            <a:ext cx="1808508" cy="464743"/>
          </a:xfrm>
          <a:prstGeom prst="rect">
            <a:avLst/>
          </a:prstGeom>
          <a:noFill/>
        </p:spPr>
        <p:txBody>
          <a:bodyPr wrap="none" rtlCol="0">
            <a:spAutoFit/>
          </a:bodyPr>
          <a:lstStyle/>
          <a:p>
            <a:pPr algn="ctr"/>
            <a:r>
              <a:rPr lang="es-CR" sz="1210" dirty="0"/>
              <a:t>Julián Gutiérrez Monge</a:t>
            </a:r>
          </a:p>
          <a:p>
            <a:pPr algn="ctr"/>
            <a:r>
              <a:rPr lang="es-CR" sz="1210" b="1" dirty="0" err="1"/>
              <a:t>Coordinator</a:t>
            </a:r>
            <a:endParaRPr lang="es-CR" sz="1210" b="1" dirty="0"/>
          </a:p>
        </p:txBody>
      </p:sp>
      <p:sp>
        <p:nvSpPr>
          <p:cNvPr id="9" name="8 CuadroTexto"/>
          <p:cNvSpPr txBox="1"/>
          <p:nvPr/>
        </p:nvSpPr>
        <p:spPr>
          <a:xfrm>
            <a:off x="6718432" y="6882039"/>
            <a:ext cx="1510350" cy="464743"/>
          </a:xfrm>
          <a:prstGeom prst="rect">
            <a:avLst/>
          </a:prstGeom>
          <a:noFill/>
        </p:spPr>
        <p:txBody>
          <a:bodyPr wrap="none" rtlCol="0">
            <a:spAutoFit/>
          </a:bodyPr>
          <a:lstStyle/>
          <a:p>
            <a:pPr algn="ctr"/>
            <a:r>
              <a:rPr lang="es-CR" sz="1210" dirty="0"/>
              <a:t>Dr. David Kaeli</a:t>
            </a:r>
          </a:p>
          <a:p>
            <a:pPr algn="ctr"/>
            <a:r>
              <a:rPr lang="es-CR" sz="1210" b="1" dirty="0"/>
              <a:t>NUCAR Director</a:t>
            </a:r>
          </a:p>
        </p:txBody>
      </p:sp>
      <p:sp>
        <p:nvSpPr>
          <p:cNvPr id="6" name="5 CuadroTexto"/>
          <p:cNvSpPr txBox="1"/>
          <p:nvPr/>
        </p:nvSpPr>
        <p:spPr>
          <a:xfrm>
            <a:off x="0" y="3094115"/>
            <a:ext cx="10058400" cy="1107996"/>
          </a:xfrm>
          <a:prstGeom prst="rect">
            <a:avLst/>
          </a:prstGeom>
          <a:noFill/>
        </p:spPr>
        <p:txBody>
          <a:bodyPr wrap="square" rtlCol="0">
            <a:spAutoFit/>
          </a:bodyPr>
          <a:lstStyle/>
          <a:p>
            <a:pPr algn="ctr"/>
            <a:r>
              <a:rPr lang="es-CR" sz="6600" dirty="0">
                <a:latin typeface="French Script MT" panose="03020402040607040605" pitchFamily="66" charset="0"/>
              </a:rPr>
              <a:t>&lt;</a:t>
            </a:r>
            <a:r>
              <a:rPr lang="es-CR" sz="6600" dirty="0" err="1">
                <a:latin typeface="French Script MT" panose="03020402040607040605" pitchFamily="66" charset="0"/>
              </a:rPr>
              <a:t>Name</a:t>
            </a:r>
            <a:r>
              <a:rPr lang="es-CR" sz="6600" dirty="0">
                <a:latin typeface="French Script MT" panose="03020402040607040605" pitchFamily="66" charset="0"/>
              </a:rPr>
              <a:t>&gt;</a:t>
            </a:r>
          </a:p>
        </p:txBody>
      </p:sp>
      <p:sp>
        <p:nvSpPr>
          <p:cNvPr id="3" name="AutoShape 2" descr="Displaying INGENIERIAlogoCOLOR.jpg"/>
          <p:cNvSpPr>
            <a:spLocks noChangeAspect="1" noChangeArrowheads="1"/>
          </p:cNvSpPr>
          <p:nvPr/>
        </p:nvSpPr>
        <p:spPr bwMode="auto">
          <a:xfrm>
            <a:off x="171133" y="-44607"/>
            <a:ext cx="335280" cy="3352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584" tIns="50292" rIns="100584" bIns="50292" numCol="1" anchor="t" anchorCtr="0" compatLnSpc="1">
            <a:prstTxWarp prst="textNoShape">
              <a:avLst/>
            </a:prstTxWarp>
          </a:bodyPr>
          <a:lstStyle/>
          <a:p>
            <a:endParaRPr lang="es-CR" sz="2376"/>
          </a:p>
        </p:txBody>
      </p:sp>
      <p:sp>
        <p:nvSpPr>
          <p:cNvPr id="7" name="AutoShape 4" descr="Displaying INGENIERIAlogoCOLOR.jpg"/>
          <p:cNvSpPr>
            <a:spLocks noChangeAspect="1" noChangeArrowheads="1"/>
          </p:cNvSpPr>
          <p:nvPr/>
        </p:nvSpPr>
        <p:spPr bwMode="auto">
          <a:xfrm>
            <a:off x="338773" y="123035"/>
            <a:ext cx="335280" cy="3352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584" tIns="50292" rIns="100584" bIns="50292" numCol="1" anchor="t" anchorCtr="0" compatLnSpc="1">
            <a:prstTxWarp prst="textNoShape">
              <a:avLst/>
            </a:prstTxWarp>
          </a:bodyPr>
          <a:lstStyle/>
          <a:p>
            <a:endParaRPr lang="es-CR" sz="2376"/>
          </a:p>
        </p:txBody>
      </p:sp>
      <p:pic>
        <p:nvPicPr>
          <p:cNvPr id="15" name="Picture 14" descr="http://www.ece.neu.edu/groups/nucar/img/nuca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972" y="790326"/>
            <a:ext cx="3378460" cy="71792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57" y="467046"/>
            <a:ext cx="1367968" cy="1367968"/>
          </a:xfrm>
          <a:prstGeom prst="rect">
            <a:avLst/>
          </a:prstGeom>
        </p:spPr>
      </p:pic>
    </p:spTree>
    <p:extLst>
      <p:ext uri="{BB962C8B-B14F-4D97-AF65-F5344CB8AC3E}">
        <p14:creationId xmlns:p14="http://schemas.microsoft.com/office/powerpoint/2010/main" val="2778895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o">
  <a:themeElements>
    <a:clrScheme name="Urbano">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o">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o">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193</TotalTime>
  <Words>39</Words>
  <Application>Microsoft Office PowerPoint</Application>
  <PresentationFormat>Custom</PresentationFormat>
  <Paragraphs>18</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French Script MT</vt:lpstr>
      <vt:lpstr>Georgia</vt:lpstr>
      <vt:lpstr>Times New Roman</vt:lpstr>
      <vt:lpstr>Trebuchet MS</vt:lpstr>
      <vt:lpstr>Wingdings 2</vt:lpstr>
      <vt:lpstr>Urbano</vt:lpstr>
      <vt:lpstr>    Northeastern University Computer Architecture Research Lab   Certifies that         Has successfully demonstrated the knowledge, skills and abilities  required for completing the GPU programming basics using CUDA workshop  Organized by NUCAR laboratory from Northeastern University, from January 18th to March 1st, 2017.      </vt:lpstr>
      <vt:lpstr>    Northeastern University Computer Architecture Research Lab   Certifies that         obtained the best performing implementation of the final project  for the GPU programming basics using CUDA workshop  Organized by NUCAR laboratory from Northeastern University, from January 18th to March 1st, 2017.      </vt:lpstr>
      <vt:lpstr>    Northeastern University Computer Architecture Research Lab   Certifies that         assisted in the coordination and development of the  GPU programming basics using CUDA workshop  Organized by NUCAR laboratory from Northeastern University, from January 18th to March 1st, 2017.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DE COSTA RICA ESCUELA DE INGENIERÍA ELÉCTRICA  Confiere el presente CERTIFICADO DE AGRADECIMIENTO A:          Por realizar la labor de Juez en la actividad  Lo mejor de EIE: Innovación y Vinculación Social  Organizado por la Escuela de Ingeniería Eléctrica, realizado el 15 de Diciembre del 2014.</dc:title>
  <dc:creator>Mercedes</dc:creator>
  <cp:lastModifiedBy>Julian gutierrez</cp:lastModifiedBy>
  <cp:revision>38</cp:revision>
  <cp:lastPrinted>2016-10-21T15:42:23Z</cp:lastPrinted>
  <dcterms:created xsi:type="dcterms:W3CDTF">2014-12-09T20:13:20Z</dcterms:created>
  <dcterms:modified xsi:type="dcterms:W3CDTF">2017-08-09T14:21:01Z</dcterms:modified>
</cp:coreProperties>
</file>