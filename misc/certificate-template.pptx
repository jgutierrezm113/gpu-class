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9" r:id="rId2"/>
    <p:sldId id="257" r:id="rId3"/>
  </p:sldIdLst>
  <p:sldSz cx="10058400" cy="7772400"/>
  <p:notesSz cx="7315200" cy="9601200"/>
  <p:defaultTextStyle>
    <a:defPPr>
      <a:defRPr lang="es-CR"/>
    </a:defPPr>
    <a:lvl1pPr marL="0" algn="l" defTabSz="1018664" rtl="0" eaLnBrk="1" latinLnBrk="0" hangingPunct="1">
      <a:defRPr sz="2006" kern="1200">
        <a:solidFill>
          <a:schemeClr val="tx1"/>
        </a:solidFill>
        <a:latin typeface="+mn-lt"/>
        <a:ea typeface="+mn-ea"/>
        <a:cs typeface="+mn-cs"/>
      </a:defRPr>
    </a:lvl1pPr>
    <a:lvl2pPr marL="509332" algn="l" defTabSz="1018664" rtl="0" eaLnBrk="1" latinLnBrk="0" hangingPunct="1">
      <a:defRPr sz="2006" kern="1200">
        <a:solidFill>
          <a:schemeClr val="tx1"/>
        </a:solidFill>
        <a:latin typeface="+mn-lt"/>
        <a:ea typeface="+mn-ea"/>
        <a:cs typeface="+mn-cs"/>
      </a:defRPr>
    </a:lvl2pPr>
    <a:lvl3pPr marL="1018664" algn="l" defTabSz="1018664" rtl="0" eaLnBrk="1" latinLnBrk="0" hangingPunct="1">
      <a:defRPr sz="2006" kern="1200">
        <a:solidFill>
          <a:schemeClr val="tx1"/>
        </a:solidFill>
        <a:latin typeface="+mn-lt"/>
        <a:ea typeface="+mn-ea"/>
        <a:cs typeface="+mn-cs"/>
      </a:defRPr>
    </a:lvl3pPr>
    <a:lvl4pPr marL="1527996" algn="l" defTabSz="1018664" rtl="0" eaLnBrk="1" latinLnBrk="0" hangingPunct="1">
      <a:defRPr sz="2006" kern="1200">
        <a:solidFill>
          <a:schemeClr val="tx1"/>
        </a:solidFill>
        <a:latin typeface="+mn-lt"/>
        <a:ea typeface="+mn-ea"/>
        <a:cs typeface="+mn-cs"/>
      </a:defRPr>
    </a:lvl4pPr>
    <a:lvl5pPr marL="2037330" algn="l" defTabSz="1018664" rtl="0" eaLnBrk="1" latinLnBrk="0" hangingPunct="1">
      <a:defRPr sz="2006" kern="1200">
        <a:solidFill>
          <a:schemeClr val="tx1"/>
        </a:solidFill>
        <a:latin typeface="+mn-lt"/>
        <a:ea typeface="+mn-ea"/>
        <a:cs typeface="+mn-cs"/>
      </a:defRPr>
    </a:lvl5pPr>
    <a:lvl6pPr marL="2546662" algn="l" defTabSz="1018664" rtl="0" eaLnBrk="1" latinLnBrk="0" hangingPunct="1">
      <a:defRPr sz="2006" kern="1200">
        <a:solidFill>
          <a:schemeClr val="tx1"/>
        </a:solidFill>
        <a:latin typeface="+mn-lt"/>
        <a:ea typeface="+mn-ea"/>
        <a:cs typeface="+mn-cs"/>
      </a:defRPr>
    </a:lvl6pPr>
    <a:lvl7pPr marL="3055993" algn="l" defTabSz="1018664" rtl="0" eaLnBrk="1" latinLnBrk="0" hangingPunct="1">
      <a:defRPr sz="2006" kern="1200">
        <a:solidFill>
          <a:schemeClr val="tx1"/>
        </a:solidFill>
        <a:latin typeface="+mn-lt"/>
        <a:ea typeface="+mn-ea"/>
        <a:cs typeface="+mn-cs"/>
      </a:defRPr>
    </a:lvl7pPr>
    <a:lvl8pPr marL="3565326" algn="l" defTabSz="1018664" rtl="0" eaLnBrk="1" latinLnBrk="0" hangingPunct="1">
      <a:defRPr sz="2006" kern="1200">
        <a:solidFill>
          <a:schemeClr val="tx1"/>
        </a:solidFill>
        <a:latin typeface="+mn-lt"/>
        <a:ea typeface="+mn-ea"/>
        <a:cs typeface="+mn-cs"/>
      </a:defRPr>
    </a:lvl8pPr>
    <a:lvl9pPr marL="4074658" algn="l" defTabSz="1018664" rtl="0" eaLnBrk="1" latinLnBrk="0" hangingPunct="1">
      <a:defRPr sz="2006"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448" userDrawn="1">
          <p15:clr>
            <a:srgbClr val="A4A3A4"/>
          </p15:clr>
        </p15:guide>
        <p15:guide id="2" pos="31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92" d="100"/>
          <a:sy n="92" d="100"/>
        </p:scale>
        <p:origin x="186" y="90"/>
      </p:cViewPr>
      <p:guideLst>
        <p:guide orient="horz" pos="2448"/>
        <p:guide pos="3168"/>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slide" Target="slides/slide2.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de título">
    <p:spTree>
      <p:nvGrpSpPr>
        <p:cNvPr id="1" name=""/>
        <p:cNvGrpSpPr/>
        <p:nvPr/>
      </p:nvGrpSpPr>
      <p:grpSpPr>
        <a:xfrm>
          <a:off x="0" y="0"/>
          <a:ext cx="0" cy="0"/>
          <a:chOff x="0" y="0"/>
          <a:chExt cx="0" cy="0"/>
        </a:xfrm>
      </p:grpSpPr>
      <p:sp>
        <p:nvSpPr>
          <p:cNvPr id="23" name="22 Rectángulo"/>
          <p:cNvSpPr/>
          <p:nvPr/>
        </p:nvSpPr>
        <p:spPr>
          <a:xfrm flipV="1">
            <a:off x="5951203" y="4318003"/>
            <a:ext cx="4107201" cy="103232"/>
          </a:xfrm>
          <a:prstGeom prst="rect">
            <a:avLst/>
          </a:prstGeom>
          <a:solidFill>
            <a:schemeClr val="accent2">
              <a:alpha val="10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2376"/>
          </a:p>
        </p:txBody>
      </p:sp>
      <p:sp>
        <p:nvSpPr>
          <p:cNvPr id="24" name="23 Rectángulo"/>
          <p:cNvSpPr/>
          <p:nvPr/>
        </p:nvSpPr>
        <p:spPr>
          <a:xfrm flipV="1">
            <a:off x="5951223" y="4416614"/>
            <a:ext cx="4107181" cy="217627"/>
          </a:xfrm>
          <a:prstGeom prst="rect">
            <a:avLst/>
          </a:prstGeom>
          <a:solidFill>
            <a:schemeClr val="accent2">
              <a:alpha val="5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2376"/>
          </a:p>
        </p:txBody>
      </p:sp>
      <p:sp>
        <p:nvSpPr>
          <p:cNvPr id="25" name="24 Rectángulo"/>
          <p:cNvSpPr/>
          <p:nvPr/>
        </p:nvSpPr>
        <p:spPr>
          <a:xfrm flipV="1">
            <a:off x="5951223" y="4663856"/>
            <a:ext cx="4107181" cy="10363"/>
          </a:xfrm>
          <a:prstGeom prst="rect">
            <a:avLst/>
          </a:prstGeom>
          <a:solidFill>
            <a:schemeClr val="accent2">
              <a:alpha val="65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2376"/>
          </a:p>
        </p:txBody>
      </p:sp>
      <p:sp>
        <p:nvSpPr>
          <p:cNvPr id="26" name="25 Rectángulo"/>
          <p:cNvSpPr/>
          <p:nvPr/>
        </p:nvSpPr>
        <p:spPr>
          <a:xfrm flipV="1">
            <a:off x="5951220" y="4719657"/>
            <a:ext cx="2162556" cy="20726"/>
          </a:xfrm>
          <a:prstGeom prst="rect">
            <a:avLst/>
          </a:prstGeom>
          <a:solidFill>
            <a:schemeClr val="accent2">
              <a:alpha val="6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2376"/>
          </a:p>
        </p:txBody>
      </p:sp>
      <p:sp>
        <p:nvSpPr>
          <p:cNvPr id="27" name="26 Rectángulo"/>
          <p:cNvSpPr/>
          <p:nvPr/>
        </p:nvSpPr>
        <p:spPr>
          <a:xfrm flipV="1">
            <a:off x="5951220" y="4759515"/>
            <a:ext cx="2162556" cy="10363"/>
          </a:xfrm>
          <a:prstGeom prst="rect">
            <a:avLst/>
          </a:prstGeom>
          <a:solidFill>
            <a:schemeClr val="accent2">
              <a:alpha val="65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2376"/>
          </a:p>
        </p:txBody>
      </p:sp>
      <p:sp useBgFill="1">
        <p:nvSpPr>
          <p:cNvPr id="30" name="29 Rectángulo redondeado"/>
          <p:cNvSpPr/>
          <p:nvPr/>
        </p:nvSpPr>
        <p:spPr bwMode="white">
          <a:xfrm>
            <a:off x="5951220" y="4490720"/>
            <a:ext cx="3369564" cy="31090"/>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2376"/>
          </a:p>
        </p:txBody>
      </p:sp>
      <p:sp useBgFill="1">
        <p:nvSpPr>
          <p:cNvPr id="31" name="30 Rectángulo redondeado"/>
          <p:cNvSpPr/>
          <p:nvPr/>
        </p:nvSpPr>
        <p:spPr bwMode="white">
          <a:xfrm>
            <a:off x="8114158" y="4602448"/>
            <a:ext cx="1760220" cy="41453"/>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2376"/>
          </a:p>
        </p:txBody>
      </p:sp>
      <p:sp>
        <p:nvSpPr>
          <p:cNvPr id="7" name="6 Rectángulo"/>
          <p:cNvSpPr/>
          <p:nvPr/>
        </p:nvSpPr>
        <p:spPr>
          <a:xfrm>
            <a:off x="1" y="4136284"/>
            <a:ext cx="10058400" cy="276726"/>
          </a:xfrm>
          <a:prstGeom prst="rect">
            <a:avLst/>
          </a:prstGeom>
          <a:solidFill>
            <a:schemeClr val="accent2">
              <a:alpha val="5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2376"/>
          </a:p>
        </p:txBody>
      </p:sp>
      <p:sp>
        <p:nvSpPr>
          <p:cNvPr id="10" name="9 Rectángulo"/>
          <p:cNvSpPr/>
          <p:nvPr/>
        </p:nvSpPr>
        <p:spPr>
          <a:xfrm>
            <a:off x="3" y="4165599"/>
            <a:ext cx="10058401" cy="159434"/>
          </a:xfrm>
          <a:prstGeom prst="rect">
            <a:avLst/>
          </a:prstGeom>
          <a:solidFill>
            <a:schemeClr val="accent2">
              <a:alpha val="10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2376"/>
          </a:p>
        </p:txBody>
      </p:sp>
      <p:sp>
        <p:nvSpPr>
          <p:cNvPr id="11" name="10 Rectángulo"/>
          <p:cNvSpPr/>
          <p:nvPr/>
        </p:nvSpPr>
        <p:spPr>
          <a:xfrm flipV="1">
            <a:off x="7055456" y="4128835"/>
            <a:ext cx="3002945" cy="281556"/>
          </a:xfrm>
          <a:prstGeom prst="rect">
            <a:avLst/>
          </a:prstGeom>
          <a:solidFill>
            <a:schemeClr val="accent2">
              <a:alpha val="10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2376"/>
          </a:p>
        </p:txBody>
      </p:sp>
      <p:sp>
        <p:nvSpPr>
          <p:cNvPr id="19" name="18 Rectángulo"/>
          <p:cNvSpPr/>
          <p:nvPr/>
        </p:nvSpPr>
        <p:spPr>
          <a:xfrm>
            <a:off x="0" y="0"/>
            <a:ext cx="10058400" cy="4195260"/>
          </a:xfrm>
          <a:prstGeom prst="rect">
            <a:avLst/>
          </a:prstGeom>
          <a:solidFill>
            <a:schemeClr val="tx2">
              <a:alpha val="10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2376"/>
          </a:p>
        </p:txBody>
      </p:sp>
      <p:sp>
        <p:nvSpPr>
          <p:cNvPr id="8" name="7 Título"/>
          <p:cNvSpPr>
            <a:spLocks noGrp="1"/>
          </p:cNvSpPr>
          <p:nvPr>
            <p:ph type="ctrTitle"/>
          </p:nvPr>
        </p:nvSpPr>
        <p:spPr>
          <a:xfrm>
            <a:off x="502920" y="2722140"/>
            <a:ext cx="9304020" cy="1666028"/>
          </a:xfrm>
        </p:spPr>
        <p:txBody>
          <a:bodyPr anchor="b"/>
          <a:lstStyle>
            <a:lvl1pPr>
              <a:defRPr sz="4840">
                <a:solidFill>
                  <a:schemeClr val="bg1"/>
                </a:solidFill>
              </a:defRPr>
            </a:lvl1pPr>
          </a:lstStyle>
          <a:p>
            <a:r>
              <a:rPr kumimoji="0" lang="es-ES"/>
              <a:t>Haga clic para modificar el estilo de título del patrón</a:t>
            </a:r>
            <a:endParaRPr kumimoji="0" lang="en-US"/>
          </a:p>
        </p:txBody>
      </p:sp>
      <p:sp>
        <p:nvSpPr>
          <p:cNvPr id="9" name="8 Subtítulo"/>
          <p:cNvSpPr>
            <a:spLocks noGrp="1"/>
          </p:cNvSpPr>
          <p:nvPr>
            <p:ph type="subTitle" idx="1"/>
          </p:nvPr>
        </p:nvSpPr>
        <p:spPr>
          <a:xfrm>
            <a:off x="502920" y="4419930"/>
            <a:ext cx="5448300" cy="1986280"/>
          </a:xfrm>
        </p:spPr>
        <p:txBody>
          <a:bodyPr/>
          <a:lstStyle>
            <a:lvl1pPr marL="70407" indent="0" algn="l">
              <a:buNone/>
              <a:defRPr sz="2640">
                <a:solidFill>
                  <a:schemeClr val="tx2"/>
                </a:solidFill>
              </a:defRPr>
            </a:lvl1pPr>
            <a:lvl2pPr marL="502900" indent="0" algn="ctr">
              <a:buNone/>
            </a:lvl2pPr>
            <a:lvl3pPr marL="1005799" indent="0" algn="ctr">
              <a:buNone/>
            </a:lvl3pPr>
            <a:lvl4pPr marL="1508700" indent="0" algn="ctr">
              <a:buNone/>
            </a:lvl4pPr>
            <a:lvl5pPr marL="2011600" indent="0" algn="ctr">
              <a:buNone/>
            </a:lvl5pPr>
            <a:lvl6pPr marL="2514500" indent="0" algn="ctr">
              <a:buNone/>
            </a:lvl6pPr>
            <a:lvl7pPr marL="3017399" indent="0" algn="ctr">
              <a:buNone/>
            </a:lvl7pPr>
            <a:lvl8pPr marL="3520299" indent="0" algn="ctr">
              <a:buNone/>
            </a:lvl8pPr>
            <a:lvl9pPr marL="4023199" indent="0" algn="ctr">
              <a:buNone/>
            </a:lvl9pPr>
          </a:lstStyle>
          <a:p>
            <a:r>
              <a:rPr kumimoji="0" lang="es-ES"/>
              <a:t>Haga clic para modificar el estilo de subtítulo del patrón</a:t>
            </a:r>
            <a:endParaRPr kumimoji="0" lang="en-US"/>
          </a:p>
        </p:txBody>
      </p:sp>
      <p:sp>
        <p:nvSpPr>
          <p:cNvPr id="28" name="27 Marcador de fecha"/>
          <p:cNvSpPr>
            <a:spLocks noGrp="1"/>
          </p:cNvSpPr>
          <p:nvPr>
            <p:ph type="dt" sz="half" idx="10"/>
          </p:nvPr>
        </p:nvSpPr>
        <p:spPr>
          <a:xfrm>
            <a:off x="7376160" y="4767072"/>
            <a:ext cx="1056132" cy="518160"/>
          </a:xfrm>
        </p:spPr>
        <p:txBody>
          <a:bodyPr/>
          <a:lstStyle/>
          <a:p>
            <a:fld id="{62CD7716-E68F-4B01-8ADA-26CD6F61229D}" type="datetimeFigureOut">
              <a:rPr lang="es-CR" smtClean="0"/>
              <a:t>19/3/2019</a:t>
            </a:fld>
            <a:endParaRPr lang="es-CR"/>
          </a:p>
        </p:txBody>
      </p:sp>
      <p:sp>
        <p:nvSpPr>
          <p:cNvPr id="17" name="16 Marcador de pie de página"/>
          <p:cNvSpPr>
            <a:spLocks noGrp="1"/>
          </p:cNvSpPr>
          <p:nvPr>
            <p:ph type="ftr" sz="quarter" idx="11"/>
          </p:nvPr>
        </p:nvSpPr>
        <p:spPr>
          <a:xfrm>
            <a:off x="5951220" y="4765993"/>
            <a:ext cx="1424940" cy="518160"/>
          </a:xfrm>
        </p:spPr>
        <p:txBody>
          <a:bodyPr/>
          <a:lstStyle/>
          <a:p>
            <a:endParaRPr lang="es-CR"/>
          </a:p>
        </p:txBody>
      </p:sp>
      <p:sp>
        <p:nvSpPr>
          <p:cNvPr id="29" name="28 Marcador de número de diapositiva"/>
          <p:cNvSpPr>
            <a:spLocks noGrp="1"/>
          </p:cNvSpPr>
          <p:nvPr>
            <p:ph type="sldNum" sz="quarter" idx="12"/>
          </p:nvPr>
        </p:nvSpPr>
        <p:spPr>
          <a:xfrm>
            <a:off x="9152098" y="1287"/>
            <a:ext cx="822483" cy="414528"/>
          </a:xfrm>
        </p:spPr>
        <p:txBody>
          <a:bodyPr/>
          <a:lstStyle>
            <a:lvl1pPr algn="r">
              <a:defRPr sz="1980">
                <a:solidFill>
                  <a:schemeClr val="bg1"/>
                </a:solidFill>
              </a:defRPr>
            </a:lvl1pPr>
          </a:lstStyle>
          <a:p>
            <a:fld id="{C180C126-DAD2-4011-A6A6-B7276D700A11}" type="slidenum">
              <a:rPr lang="es-CR" smtClean="0"/>
              <a:t>‹#›</a:t>
            </a:fld>
            <a:endParaRPr lang="es-C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kumimoji="0" lang="es-ES"/>
              <a:t>Haga clic para modificar el estilo de título del patrón</a:t>
            </a:r>
            <a:endParaRPr kumimoji="0" lang="en-US"/>
          </a:p>
        </p:txBody>
      </p:sp>
      <p:sp>
        <p:nvSpPr>
          <p:cNvPr id="3" name="2 Marcador de contenido"/>
          <p:cNvSpPr>
            <a:spLocks noGrp="1"/>
          </p:cNvSpPr>
          <p:nvPr>
            <p:ph idx="1"/>
          </p:nvPr>
        </p:nvSpPr>
        <p:spPr/>
        <p:txBody>
          <a:bodyPr/>
          <a:lstStyle/>
          <a:p>
            <a:pPr lvl="0" eaLnBrk="1" latinLnBrk="0" hangingPunct="1"/>
            <a:r>
              <a:rPr lang="es-ES"/>
              <a:t>Haga clic para modificar el estilo de texto del patrón</a:t>
            </a:r>
          </a:p>
          <a:p>
            <a:pPr lvl="1" eaLnBrk="1" latinLnBrk="0" hangingPunct="1"/>
            <a:r>
              <a:rPr lang="es-ES"/>
              <a:t>Segundo nivel</a:t>
            </a:r>
          </a:p>
          <a:p>
            <a:pPr lvl="2" eaLnBrk="1" latinLnBrk="0" hangingPunct="1"/>
            <a:r>
              <a:rPr lang="es-ES"/>
              <a:t>Tercer nivel</a:t>
            </a:r>
          </a:p>
          <a:p>
            <a:pPr lvl="3" eaLnBrk="1" latinLnBrk="0" hangingPunct="1"/>
            <a:r>
              <a:rPr lang="es-ES"/>
              <a:t>Cuarto nivel</a:t>
            </a:r>
          </a:p>
          <a:p>
            <a:pPr lvl="4" eaLnBrk="1" latinLnBrk="0" hangingPunct="1"/>
            <a:r>
              <a:rPr lang="es-ES"/>
              <a:t>Quinto nivel</a:t>
            </a:r>
            <a:endParaRPr kumimoji="0" lang="en-US"/>
          </a:p>
        </p:txBody>
      </p:sp>
      <p:sp>
        <p:nvSpPr>
          <p:cNvPr id="4" name="3 Marcador de fecha"/>
          <p:cNvSpPr>
            <a:spLocks noGrp="1"/>
          </p:cNvSpPr>
          <p:nvPr>
            <p:ph type="dt" sz="half" idx="10"/>
          </p:nvPr>
        </p:nvSpPr>
        <p:spPr/>
        <p:txBody>
          <a:bodyPr/>
          <a:lstStyle/>
          <a:p>
            <a:fld id="{62CD7716-E68F-4B01-8ADA-26CD6F61229D}" type="datetimeFigureOut">
              <a:rPr lang="es-CR" smtClean="0"/>
              <a:t>19/3/2019</a:t>
            </a:fld>
            <a:endParaRPr lang="es-CR"/>
          </a:p>
        </p:txBody>
      </p:sp>
      <p:sp>
        <p:nvSpPr>
          <p:cNvPr id="5" name="4 Marcador de pie de página"/>
          <p:cNvSpPr>
            <a:spLocks noGrp="1"/>
          </p:cNvSpPr>
          <p:nvPr>
            <p:ph type="ftr" sz="quarter" idx="11"/>
          </p:nvPr>
        </p:nvSpPr>
        <p:spPr/>
        <p:txBody>
          <a:bodyPr/>
          <a:lstStyle/>
          <a:p>
            <a:endParaRPr lang="es-CR"/>
          </a:p>
        </p:txBody>
      </p:sp>
      <p:sp>
        <p:nvSpPr>
          <p:cNvPr id="6" name="5 Marcador de número de diapositiva"/>
          <p:cNvSpPr>
            <a:spLocks noGrp="1"/>
          </p:cNvSpPr>
          <p:nvPr>
            <p:ph type="sldNum" sz="quarter" idx="12"/>
          </p:nvPr>
        </p:nvSpPr>
        <p:spPr/>
        <p:txBody>
          <a:bodyPr/>
          <a:lstStyle/>
          <a:p>
            <a:fld id="{C180C126-DAD2-4011-A6A6-B7276D700A11}" type="slidenum">
              <a:rPr lang="es-CR" smtClean="0"/>
              <a:t>‹#›</a:t>
            </a:fld>
            <a:endParaRPr lang="es-C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794544" y="2245363"/>
            <a:ext cx="8549640" cy="1543685"/>
          </a:xfrm>
        </p:spPr>
        <p:txBody>
          <a:bodyPr anchor="b">
            <a:noAutofit/>
          </a:bodyPr>
          <a:lstStyle>
            <a:lvl1pPr algn="l">
              <a:buNone/>
              <a:defRPr sz="4730" b="1" cap="none" baseline="0">
                <a:ln w="12700">
                  <a:solidFill>
                    <a:schemeClr val="accent2">
                      <a:shade val="90000"/>
                      <a:satMod val="150000"/>
                    </a:schemeClr>
                  </a:solidFill>
                </a:ln>
                <a:solidFill>
                  <a:srgbClr val="FFFFFF"/>
                </a:solidFill>
                <a:effectLst>
                  <a:outerShdw blurRad="38100" dist="38100" dir="5400000" algn="tl" rotWithShape="0">
                    <a:srgbClr val="000000">
                      <a:alpha val="25000"/>
                    </a:srgbClr>
                  </a:outerShdw>
                </a:effectLst>
              </a:defRPr>
            </a:lvl1pPr>
          </a:lstStyle>
          <a:p>
            <a:r>
              <a:rPr kumimoji="0" lang="es-ES"/>
              <a:t>Haga clic para modificar el estilo de título del patrón</a:t>
            </a:r>
            <a:endParaRPr kumimoji="0" lang="en-US"/>
          </a:p>
        </p:txBody>
      </p:sp>
      <p:sp>
        <p:nvSpPr>
          <p:cNvPr id="3" name="2 Marcador de texto"/>
          <p:cNvSpPr>
            <a:spLocks noGrp="1"/>
          </p:cNvSpPr>
          <p:nvPr>
            <p:ph type="body" idx="1"/>
          </p:nvPr>
        </p:nvSpPr>
        <p:spPr>
          <a:xfrm>
            <a:off x="794544" y="3816033"/>
            <a:ext cx="8549640" cy="1711007"/>
          </a:xfrm>
        </p:spPr>
        <p:txBody>
          <a:bodyPr anchor="t"/>
          <a:lstStyle>
            <a:lvl1pPr marL="50290" indent="0">
              <a:buNone/>
              <a:defRPr sz="2310" b="0">
                <a:solidFill>
                  <a:schemeClr val="tx2"/>
                </a:solidFill>
              </a:defRPr>
            </a:lvl1pPr>
            <a:lvl2pPr>
              <a:buNone/>
              <a:defRPr sz="1980">
                <a:solidFill>
                  <a:schemeClr val="tx1">
                    <a:tint val="75000"/>
                  </a:schemeClr>
                </a:solidFill>
              </a:defRPr>
            </a:lvl2pPr>
            <a:lvl3pPr>
              <a:buNone/>
              <a:defRPr sz="1760">
                <a:solidFill>
                  <a:schemeClr val="tx1">
                    <a:tint val="75000"/>
                  </a:schemeClr>
                </a:solidFill>
              </a:defRPr>
            </a:lvl3pPr>
            <a:lvl4pPr>
              <a:buNone/>
              <a:defRPr sz="1540">
                <a:solidFill>
                  <a:schemeClr val="tx1">
                    <a:tint val="75000"/>
                  </a:schemeClr>
                </a:solidFill>
              </a:defRPr>
            </a:lvl4pPr>
            <a:lvl5pPr>
              <a:buNone/>
              <a:defRPr sz="1540">
                <a:solidFill>
                  <a:schemeClr val="tx1">
                    <a:tint val="75000"/>
                  </a:schemeClr>
                </a:solidFill>
              </a:defRPr>
            </a:lvl5pPr>
          </a:lstStyle>
          <a:p>
            <a:pPr lvl="0" eaLnBrk="1" latinLnBrk="0" hangingPunct="1"/>
            <a:r>
              <a:rPr kumimoji="0" lang="es-ES"/>
              <a:t>Haga clic para modificar el estilo de texto del patrón</a:t>
            </a:r>
          </a:p>
        </p:txBody>
      </p:sp>
      <p:sp>
        <p:nvSpPr>
          <p:cNvPr id="4" name="3 Marcador de fecha"/>
          <p:cNvSpPr>
            <a:spLocks noGrp="1"/>
          </p:cNvSpPr>
          <p:nvPr>
            <p:ph type="dt" sz="half" idx="10"/>
          </p:nvPr>
        </p:nvSpPr>
        <p:spPr/>
        <p:txBody>
          <a:bodyPr/>
          <a:lstStyle/>
          <a:p>
            <a:fld id="{62CD7716-E68F-4B01-8ADA-26CD6F61229D}" type="datetimeFigureOut">
              <a:rPr lang="es-CR" smtClean="0"/>
              <a:t>19/3/2019</a:t>
            </a:fld>
            <a:endParaRPr lang="es-CR"/>
          </a:p>
        </p:txBody>
      </p:sp>
      <p:sp>
        <p:nvSpPr>
          <p:cNvPr id="5" name="4 Marcador de pie de página"/>
          <p:cNvSpPr>
            <a:spLocks noGrp="1"/>
          </p:cNvSpPr>
          <p:nvPr>
            <p:ph type="ftr" sz="quarter" idx="11"/>
          </p:nvPr>
        </p:nvSpPr>
        <p:spPr/>
        <p:txBody>
          <a:bodyPr/>
          <a:lstStyle/>
          <a:p>
            <a:endParaRPr lang="es-CR"/>
          </a:p>
        </p:txBody>
      </p:sp>
      <p:sp>
        <p:nvSpPr>
          <p:cNvPr id="6" name="5 Marcador de número de diapositiva"/>
          <p:cNvSpPr>
            <a:spLocks noGrp="1"/>
          </p:cNvSpPr>
          <p:nvPr>
            <p:ph type="sldNum" sz="quarter" idx="12"/>
          </p:nvPr>
        </p:nvSpPr>
        <p:spPr/>
        <p:txBody>
          <a:bodyPr/>
          <a:lstStyle/>
          <a:p>
            <a:fld id="{C180C126-DAD2-4011-A6A6-B7276D700A11}" type="slidenum">
              <a:rPr lang="es-CR" smtClean="0"/>
              <a:t>‹#›</a:t>
            </a:fld>
            <a:endParaRPr lang="es-C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kumimoji="0" lang="es-ES"/>
              <a:t>Haga clic para modificar el estilo de título del patrón</a:t>
            </a:r>
            <a:endParaRPr kumimoji="0" lang="en-US"/>
          </a:p>
        </p:txBody>
      </p:sp>
      <p:sp>
        <p:nvSpPr>
          <p:cNvPr id="3" name="2 Marcador de contenido"/>
          <p:cNvSpPr>
            <a:spLocks noGrp="1"/>
          </p:cNvSpPr>
          <p:nvPr>
            <p:ph sz="half" idx="1"/>
          </p:nvPr>
        </p:nvSpPr>
        <p:spPr>
          <a:xfrm>
            <a:off x="502920" y="2549349"/>
            <a:ext cx="4442460" cy="5129425"/>
          </a:xfrm>
        </p:spPr>
        <p:txBody>
          <a:bodyPr/>
          <a:lstStyle>
            <a:lvl1pPr>
              <a:defRPr sz="2200"/>
            </a:lvl1pPr>
            <a:lvl2pPr>
              <a:defRPr sz="2090"/>
            </a:lvl2pPr>
            <a:lvl3pPr>
              <a:defRPr sz="1980"/>
            </a:lvl3pPr>
            <a:lvl4pPr>
              <a:defRPr sz="1980"/>
            </a:lvl4pPr>
            <a:lvl5pPr>
              <a:defRPr sz="1980"/>
            </a:lvl5pPr>
          </a:lstStyle>
          <a:p>
            <a:pPr lvl="0" eaLnBrk="1" latinLnBrk="0" hangingPunct="1"/>
            <a:r>
              <a:rPr lang="es-ES"/>
              <a:t>Haga clic para modificar el estilo de texto del patrón</a:t>
            </a:r>
          </a:p>
          <a:p>
            <a:pPr lvl="1" eaLnBrk="1" latinLnBrk="0" hangingPunct="1"/>
            <a:r>
              <a:rPr lang="es-ES"/>
              <a:t>Segundo nivel</a:t>
            </a:r>
          </a:p>
          <a:p>
            <a:pPr lvl="2" eaLnBrk="1" latinLnBrk="0" hangingPunct="1"/>
            <a:r>
              <a:rPr lang="es-ES"/>
              <a:t>Tercer nivel</a:t>
            </a:r>
          </a:p>
          <a:p>
            <a:pPr lvl="3" eaLnBrk="1" latinLnBrk="0" hangingPunct="1"/>
            <a:r>
              <a:rPr lang="es-ES"/>
              <a:t>Cuarto nivel</a:t>
            </a:r>
          </a:p>
          <a:p>
            <a:pPr lvl="4" eaLnBrk="1" latinLnBrk="0" hangingPunct="1"/>
            <a:r>
              <a:rPr lang="es-ES"/>
              <a:t>Quinto nivel</a:t>
            </a:r>
            <a:endParaRPr kumimoji="0" lang="en-US"/>
          </a:p>
        </p:txBody>
      </p:sp>
      <p:sp>
        <p:nvSpPr>
          <p:cNvPr id="4" name="3 Marcador de contenido"/>
          <p:cNvSpPr>
            <a:spLocks noGrp="1"/>
          </p:cNvSpPr>
          <p:nvPr>
            <p:ph sz="half" idx="2"/>
          </p:nvPr>
        </p:nvSpPr>
        <p:spPr>
          <a:xfrm>
            <a:off x="5113020" y="2549349"/>
            <a:ext cx="4442460" cy="5129425"/>
          </a:xfrm>
        </p:spPr>
        <p:txBody>
          <a:bodyPr/>
          <a:lstStyle>
            <a:lvl1pPr>
              <a:defRPr sz="2200"/>
            </a:lvl1pPr>
            <a:lvl2pPr>
              <a:defRPr sz="2090"/>
            </a:lvl2pPr>
            <a:lvl3pPr>
              <a:defRPr sz="1980"/>
            </a:lvl3pPr>
            <a:lvl4pPr>
              <a:defRPr sz="1980"/>
            </a:lvl4pPr>
            <a:lvl5pPr>
              <a:defRPr sz="1980"/>
            </a:lvl5pPr>
          </a:lstStyle>
          <a:p>
            <a:pPr lvl="0" eaLnBrk="1" latinLnBrk="0" hangingPunct="1"/>
            <a:r>
              <a:rPr lang="es-ES"/>
              <a:t>Haga clic para modificar el estilo de texto del patrón</a:t>
            </a:r>
          </a:p>
          <a:p>
            <a:pPr lvl="1" eaLnBrk="1" latinLnBrk="0" hangingPunct="1"/>
            <a:r>
              <a:rPr lang="es-ES"/>
              <a:t>Segundo nivel</a:t>
            </a:r>
          </a:p>
          <a:p>
            <a:pPr lvl="2" eaLnBrk="1" latinLnBrk="0" hangingPunct="1"/>
            <a:r>
              <a:rPr lang="es-ES"/>
              <a:t>Tercer nivel</a:t>
            </a:r>
          </a:p>
          <a:p>
            <a:pPr lvl="3" eaLnBrk="1" latinLnBrk="0" hangingPunct="1"/>
            <a:r>
              <a:rPr lang="es-ES"/>
              <a:t>Cuarto nivel</a:t>
            </a:r>
          </a:p>
          <a:p>
            <a:pPr lvl="4" eaLnBrk="1" latinLnBrk="0" hangingPunct="1"/>
            <a:r>
              <a:rPr lang="es-ES"/>
              <a:t>Quinto nivel</a:t>
            </a:r>
            <a:endParaRPr kumimoji="0" lang="en-US"/>
          </a:p>
        </p:txBody>
      </p:sp>
      <p:sp>
        <p:nvSpPr>
          <p:cNvPr id="5" name="4 Marcador de fecha"/>
          <p:cNvSpPr>
            <a:spLocks noGrp="1"/>
          </p:cNvSpPr>
          <p:nvPr>
            <p:ph type="dt" sz="half" idx="10"/>
          </p:nvPr>
        </p:nvSpPr>
        <p:spPr/>
        <p:txBody>
          <a:bodyPr/>
          <a:lstStyle/>
          <a:p>
            <a:fld id="{62CD7716-E68F-4B01-8ADA-26CD6F61229D}" type="datetimeFigureOut">
              <a:rPr lang="es-CR" smtClean="0"/>
              <a:t>19/3/2019</a:t>
            </a:fld>
            <a:endParaRPr lang="es-CR"/>
          </a:p>
        </p:txBody>
      </p:sp>
      <p:sp>
        <p:nvSpPr>
          <p:cNvPr id="6" name="5 Marcador de pie de página"/>
          <p:cNvSpPr>
            <a:spLocks noGrp="1"/>
          </p:cNvSpPr>
          <p:nvPr>
            <p:ph type="ftr" sz="quarter" idx="11"/>
          </p:nvPr>
        </p:nvSpPr>
        <p:spPr/>
        <p:txBody>
          <a:bodyPr/>
          <a:lstStyle/>
          <a:p>
            <a:endParaRPr lang="es-CR"/>
          </a:p>
        </p:txBody>
      </p:sp>
      <p:sp>
        <p:nvSpPr>
          <p:cNvPr id="7" name="6 Marcador de número de diapositiva"/>
          <p:cNvSpPr>
            <a:spLocks noGrp="1"/>
          </p:cNvSpPr>
          <p:nvPr>
            <p:ph type="sldNum" sz="quarter" idx="12"/>
          </p:nvPr>
        </p:nvSpPr>
        <p:spPr/>
        <p:txBody>
          <a:bodyPr/>
          <a:lstStyle/>
          <a:p>
            <a:fld id="{C180C126-DAD2-4011-A6A6-B7276D700A11}" type="slidenum">
              <a:rPr lang="es-CR" smtClean="0"/>
              <a:t>‹#›</a:t>
            </a:fld>
            <a:endParaRPr lang="es-C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1 Título"/>
          <p:cNvSpPr>
            <a:spLocks noGrp="1"/>
          </p:cNvSpPr>
          <p:nvPr>
            <p:ph type="title"/>
          </p:nvPr>
        </p:nvSpPr>
        <p:spPr>
          <a:xfrm>
            <a:off x="419100" y="1295400"/>
            <a:ext cx="9220200" cy="1212494"/>
          </a:xfrm>
        </p:spPr>
        <p:txBody>
          <a:bodyPr anchor="ctr"/>
          <a:lstStyle>
            <a:lvl1pPr>
              <a:defRPr sz="4400" b="0" i="0" cap="none" baseline="0"/>
            </a:lvl1pPr>
          </a:lstStyle>
          <a:p>
            <a:r>
              <a:rPr kumimoji="0" lang="es-ES"/>
              <a:t>Haga clic para modificar el estilo de título del patrón</a:t>
            </a:r>
            <a:endParaRPr kumimoji="0" lang="en-US"/>
          </a:p>
        </p:txBody>
      </p:sp>
      <p:sp>
        <p:nvSpPr>
          <p:cNvPr id="3" name="2 Marcador de texto"/>
          <p:cNvSpPr>
            <a:spLocks noGrp="1"/>
          </p:cNvSpPr>
          <p:nvPr>
            <p:ph type="body" idx="1"/>
          </p:nvPr>
        </p:nvSpPr>
        <p:spPr>
          <a:xfrm>
            <a:off x="419101" y="2544299"/>
            <a:ext cx="4445813" cy="518160"/>
          </a:xfrm>
          <a:solidFill>
            <a:schemeClr val="accent2">
              <a:satMod val="150000"/>
              <a:alpha val="25000"/>
            </a:schemeClr>
          </a:solidFill>
          <a:ln w="12700">
            <a:solidFill>
              <a:schemeClr val="accent2"/>
            </a:solidFill>
          </a:ln>
        </p:spPr>
        <p:txBody>
          <a:bodyPr anchor="ctr">
            <a:noAutofit/>
          </a:bodyPr>
          <a:lstStyle>
            <a:lvl1pPr marL="50290" indent="0">
              <a:buNone/>
              <a:defRPr sz="2090" b="1">
                <a:solidFill>
                  <a:schemeClr val="tx1">
                    <a:tint val="95000"/>
                  </a:schemeClr>
                </a:solidFill>
              </a:defRPr>
            </a:lvl1pPr>
            <a:lvl2pPr>
              <a:buNone/>
              <a:defRPr sz="2200" b="1"/>
            </a:lvl2pPr>
            <a:lvl3pPr>
              <a:buNone/>
              <a:defRPr sz="1980" b="1"/>
            </a:lvl3pPr>
            <a:lvl4pPr>
              <a:buNone/>
              <a:defRPr sz="1760" b="1"/>
            </a:lvl4pPr>
            <a:lvl5pPr>
              <a:buNone/>
              <a:defRPr sz="1760" b="1"/>
            </a:lvl5pPr>
          </a:lstStyle>
          <a:p>
            <a:pPr lvl="0" eaLnBrk="1" latinLnBrk="0" hangingPunct="1"/>
            <a:r>
              <a:rPr kumimoji="0" lang="es-ES"/>
              <a:t>Haga clic para modificar el estilo de texto del patrón</a:t>
            </a:r>
          </a:p>
        </p:txBody>
      </p:sp>
      <p:sp>
        <p:nvSpPr>
          <p:cNvPr id="4" name="3 Marcador de texto"/>
          <p:cNvSpPr>
            <a:spLocks noGrp="1"/>
          </p:cNvSpPr>
          <p:nvPr>
            <p:ph type="body" sz="half" idx="3"/>
          </p:nvPr>
        </p:nvSpPr>
        <p:spPr>
          <a:xfrm>
            <a:off x="5193350" y="2544299"/>
            <a:ext cx="4445953" cy="518160"/>
          </a:xfrm>
          <a:solidFill>
            <a:schemeClr val="accent2">
              <a:satMod val="150000"/>
              <a:alpha val="25000"/>
            </a:schemeClr>
          </a:solidFill>
          <a:ln w="12700">
            <a:solidFill>
              <a:schemeClr val="accent2"/>
            </a:solidFill>
          </a:ln>
        </p:spPr>
        <p:txBody>
          <a:bodyPr anchor="ctr">
            <a:noAutofit/>
          </a:bodyPr>
          <a:lstStyle>
            <a:lvl1pPr marL="50290" indent="0">
              <a:buNone/>
              <a:defRPr sz="2090" b="1">
                <a:solidFill>
                  <a:schemeClr val="tx1">
                    <a:tint val="95000"/>
                  </a:schemeClr>
                </a:solidFill>
              </a:defRPr>
            </a:lvl1pPr>
            <a:lvl2pPr>
              <a:buNone/>
              <a:defRPr sz="2200" b="1"/>
            </a:lvl2pPr>
            <a:lvl3pPr>
              <a:buNone/>
              <a:defRPr sz="1980" b="1"/>
            </a:lvl3pPr>
            <a:lvl4pPr>
              <a:buNone/>
              <a:defRPr sz="1760" b="1"/>
            </a:lvl4pPr>
            <a:lvl5pPr>
              <a:buNone/>
              <a:defRPr sz="1760" b="1"/>
            </a:lvl5pPr>
          </a:lstStyle>
          <a:p>
            <a:pPr lvl="0" eaLnBrk="1" latinLnBrk="0" hangingPunct="1"/>
            <a:r>
              <a:rPr kumimoji="0" lang="es-ES"/>
              <a:t>Haga clic para modificar el estilo de texto del patrón</a:t>
            </a:r>
          </a:p>
        </p:txBody>
      </p:sp>
      <p:sp>
        <p:nvSpPr>
          <p:cNvPr id="5" name="4 Marcador de contenido"/>
          <p:cNvSpPr>
            <a:spLocks noGrp="1"/>
          </p:cNvSpPr>
          <p:nvPr>
            <p:ph sz="quarter" idx="2"/>
          </p:nvPr>
        </p:nvSpPr>
        <p:spPr>
          <a:xfrm>
            <a:off x="419101" y="3069655"/>
            <a:ext cx="4445813" cy="4404360"/>
          </a:xfrm>
        </p:spPr>
        <p:txBody>
          <a:bodyPr/>
          <a:lstStyle>
            <a:lvl1pPr>
              <a:defRPr sz="2200"/>
            </a:lvl1pPr>
            <a:lvl2pPr>
              <a:defRPr sz="2200"/>
            </a:lvl2pPr>
            <a:lvl3pPr>
              <a:defRPr sz="1980"/>
            </a:lvl3pPr>
            <a:lvl4pPr>
              <a:defRPr sz="1760"/>
            </a:lvl4pPr>
            <a:lvl5pPr>
              <a:defRPr sz="1760"/>
            </a:lvl5pPr>
          </a:lstStyle>
          <a:p>
            <a:pPr lvl="0" eaLnBrk="1" latinLnBrk="0" hangingPunct="1"/>
            <a:r>
              <a:rPr lang="es-ES"/>
              <a:t>Haga clic para modificar el estilo de texto del patrón</a:t>
            </a:r>
          </a:p>
          <a:p>
            <a:pPr lvl="1" eaLnBrk="1" latinLnBrk="0" hangingPunct="1"/>
            <a:r>
              <a:rPr lang="es-ES"/>
              <a:t>Segundo nivel</a:t>
            </a:r>
          </a:p>
          <a:p>
            <a:pPr lvl="2" eaLnBrk="1" latinLnBrk="0" hangingPunct="1"/>
            <a:r>
              <a:rPr lang="es-ES"/>
              <a:t>Tercer nivel</a:t>
            </a:r>
          </a:p>
          <a:p>
            <a:pPr lvl="3" eaLnBrk="1" latinLnBrk="0" hangingPunct="1"/>
            <a:r>
              <a:rPr lang="es-ES"/>
              <a:t>Cuarto nivel</a:t>
            </a:r>
          </a:p>
          <a:p>
            <a:pPr lvl="4" eaLnBrk="1" latinLnBrk="0" hangingPunct="1"/>
            <a:r>
              <a:rPr lang="es-ES"/>
              <a:t>Quinto nivel</a:t>
            </a:r>
            <a:endParaRPr kumimoji="0" lang="en-US"/>
          </a:p>
        </p:txBody>
      </p:sp>
      <p:sp>
        <p:nvSpPr>
          <p:cNvPr id="6" name="5 Marcador de contenido"/>
          <p:cNvSpPr>
            <a:spLocks noGrp="1"/>
          </p:cNvSpPr>
          <p:nvPr>
            <p:ph sz="quarter" idx="4"/>
          </p:nvPr>
        </p:nvSpPr>
        <p:spPr>
          <a:xfrm>
            <a:off x="5190136" y="3069655"/>
            <a:ext cx="4445953" cy="4404360"/>
          </a:xfrm>
        </p:spPr>
        <p:txBody>
          <a:bodyPr/>
          <a:lstStyle>
            <a:lvl1pPr>
              <a:defRPr sz="2200"/>
            </a:lvl1pPr>
            <a:lvl2pPr>
              <a:defRPr sz="2200"/>
            </a:lvl2pPr>
            <a:lvl3pPr>
              <a:defRPr sz="1980"/>
            </a:lvl3pPr>
            <a:lvl4pPr>
              <a:defRPr sz="1760"/>
            </a:lvl4pPr>
            <a:lvl5pPr>
              <a:defRPr sz="1760"/>
            </a:lvl5pPr>
          </a:lstStyle>
          <a:p>
            <a:pPr lvl="0" eaLnBrk="1" latinLnBrk="0" hangingPunct="1"/>
            <a:r>
              <a:rPr lang="es-ES"/>
              <a:t>Haga clic para modificar el estilo de texto del patrón</a:t>
            </a:r>
          </a:p>
          <a:p>
            <a:pPr lvl="1" eaLnBrk="1" latinLnBrk="0" hangingPunct="1"/>
            <a:r>
              <a:rPr lang="es-ES"/>
              <a:t>Segundo nivel</a:t>
            </a:r>
          </a:p>
          <a:p>
            <a:pPr lvl="2" eaLnBrk="1" latinLnBrk="0" hangingPunct="1"/>
            <a:r>
              <a:rPr lang="es-ES"/>
              <a:t>Tercer nivel</a:t>
            </a:r>
          </a:p>
          <a:p>
            <a:pPr lvl="3" eaLnBrk="1" latinLnBrk="0" hangingPunct="1"/>
            <a:r>
              <a:rPr lang="es-ES"/>
              <a:t>Cuarto nivel</a:t>
            </a:r>
          </a:p>
          <a:p>
            <a:pPr lvl="4" eaLnBrk="1" latinLnBrk="0" hangingPunct="1"/>
            <a:r>
              <a:rPr lang="es-ES"/>
              <a:t>Quinto nivel</a:t>
            </a:r>
            <a:endParaRPr kumimoji="0" lang="en-US"/>
          </a:p>
        </p:txBody>
      </p:sp>
      <p:sp>
        <p:nvSpPr>
          <p:cNvPr id="26" name="25 Marcador de fecha"/>
          <p:cNvSpPr>
            <a:spLocks noGrp="1"/>
          </p:cNvSpPr>
          <p:nvPr>
            <p:ph type="dt" sz="half" idx="10"/>
          </p:nvPr>
        </p:nvSpPr>
        <p:spPr/>
        <p:txBody>
          <a:bodyPr rtlCol="0"/>
          <a:lstStyle/>
          <a:p>
            <a:fld id="{62CD7716-E68F-4B01-8ADA-26CD6F61229D}" type="datetimeFigureOut">
              <a:rPr lang="es-CR" smtClean="0"/>
              <a:t>19/3/2019</a:t>
            </a:fld>
            <a:endParaRPr lang="es-CR"/>
          </a:p>
        </p:txBody>
      </p:sp>
      <p:sp>
        <p:nvSpPr>
          <p:cNvPr id="27" name="26 Marcador de número de diapositiva"/>
          <p:cNvSpPr>
            <a:spLocks noGrp="1"/>
          </p:cNvSpPr>
          <p:nvPr>
            <p:ph type="sldNum" sz="quarter" idx="11"/>
          </p:nvPr>
        </p:nvSpPr>
        <p:spPr/>
        <p:txBody>
          <a:bodyPr rtlCol="0"/>
          <a:lstStyle/>
          <a:p>
            <a:fld id="{C180C126-DAD2-4011-A6A6-B7276D700A11}" type="slidenum">
              <a:rPr lang="es-CR" smtClean="0"/>
              <a:t>‹#›</a:t>
            </a:fld>
            <a:endParaRPr lang="es-CR"/>
          </a:p>
        </p:txBody>
      </p:sp>
      <p:sp>
        <p:nvSpPr>
          <p:cNvPr id="28" name="27 Marcador de pie de página"/>
          <p:cNvSpPr>
            <a:spLocks noGrp="1"/>
          </p:cNvSpPr>
          <p:nvPr>
            <p:ph type="ftr" sz="quarter" idx="12"/>
          </p:nvPr>
        </p:nvSpPr>
        <p:spPr/>
        <p:txBody>
          <a:bodyPr rtlCol="0"/>
          <a:lstStyle/>
          <a:p>
            <a:endParaRPr lang="es-C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a:xfrm>
            <a:off x="502920" y="1295400"/>
            <a:ext cx="9052560" cy="1212494"/>
          </a:xfrm>
        </p:spPr>
        <p:txBody>
          <a:bodyPr anchor="ctr"/>
          <a:lstStyle>
            <a:lvl1pPr>
              <a:defRPr sz="4400">
                <a:solidFill>
                  <a:schemeClr val="tx2"/>
                </a:solidFill>
              </a:defRPr>
            </a:lvl1pPr>
          </a:lstStyle>
          <a:p>
            <a:r>
              <a:rPr kumimoji="0" lang="es-ES"/>
              <a:t>Haga clic para modificar el estilo de título del patrón</a:t>
            </a:r>
            <a:endParaRPr kumimoji="0" lang="en-US"/>
          </a:p>
        </p:txBody>
      </p:sp>
      <p:sp>
        <p:nvSpPr>
          <p:cNvPr id="3" name="2 Marcador de fecha"/>
          <p:cNvSpPr>
            <a:spLocks noGrp="1"/>
          </p:cNvSpPr>
          <p:nvPr>
            <p:ph type="dt" sz="half" idx="10"/>
          </p:nvPr>
        </p:nvSpPr>
        <p:spPr>
          <a:xfrm>
            <a:off x="7242049" y="694334"/>
            <a:ext cx="1052990" cy="518160"/>
          </a:xfrm>
        </p:spPr>
        <p:txBody>
          <a:bodyPr/>
          <a:lstStyle/>
          <a:p>
            <a:fld id="{62CD7716-E68F-4B01-8ADA-26CD6F61229D}" type="datetimeFigureOut">
              <a:rPr lang="es-CR" smtClean="0"/>
              <a:t>19/3/2019</a:t>
            </a:fld>
            <a:endParaRPr lang="es-CR"/>
          </a:p>
        </p:txBody>
      </p:sp>
      <p:sp>
        <p:nvSpPr>
          <p:cNvPr id="4" name="3 Marcador de pie de página"/>
          <p:cNvSpPr>
            <a:spLocks noGrp="1"/>
          </p:cNvSpPr>
          <p:nvPr>
            <p:ph type="ftr" sz="quarter" idx="11"/>
          </p:nvPr>
        </p:nvSpPr>
        <p:spPr>
          <a:xfrm>
            <a:off x="5783580" y="694334"/>
            <a:ext cx="1458468" cy="518160"/>
          </a:xfrm>
        </p:spPr>
        <p:txBody>
          <a:bodyPr/>
          <a:lstStyle/>
          <a:p>
            <a:endParaRPr lang="es-CR"/>
          </a:p>
        </p:txBody>
      </p:sp>
      <p:sp>
        <p:nvSpPr>
          <p:cNvPr id="5" name="4 Marcador de número de diapositiva"/>
          <p:cNvSpPr>
            <a:spLocks noGrp="1"/>
          </p:cNvSpPr>
          <p:nvPr>
            <p:ph type="sldNum" sz="quarter" idx="12"/>
          </p:nvPr>
        </p:nvSpPr>
        <p:spPr>
          <a:xfrm>
            <a:off x="8992210" y="2575"/>
            <a:ext cx="838200" cy="414528"/>
          </a:xfrm>
        </p:spPr>
        <p:txBody>
          <a:bodyPr/>
          <a:lstStyle/>
          <a:p>
            <a:fld id="{C180C126-DAD2-4011-A6A6-B7276D700A11}" type="slidenum">
              <a:rPr lang="es-CR" smtClean="0"/>
              <a:t>‹#›</a:t>
            </a:fld>
            <a:endParaRPr lang="es-C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1 Marcador de fecha"/>
          <p:cNvSpPr>
            <a:spLocks noGrp="1"/>
          </p:cNvSpPr>
          <p:nvPr>
            <p:ph type="dt" sz="half" idx="10"/>
          </p:nvPr>
        </p:nvSpPr>
        <p:spPr/>
        <p:txBody>
          <a:bodyPr/>
          <a:lstStyle/>
          <a:p>
            <a:fld id="{62CD7716-E68F-4B01-8ADA-26CD6F61229D}" type="datetimeFigureOut">
              <a:rPr lang="es-CR" smtClean="0"/>
              <a:t>19/3/2019</a:t>
            </a:fld>
            <a:endParaRPr lang="es-CR"/>
          </a:p>
        </p:txBody>
      </p:sp>
      <p:sp>
        <p:nvSpPr>
          <p:cNvPr id="3" name="2 Marcador de pie de página"/>
          <p:cNvSpPr>
            <a:spLocks noGrp="1"/>
          </p:cNvSpPr>
          <p:nvPr>
            <p:ph type="ftr" sz="quarter" idx="11"/>
          </p:nvPr>
        </p:nvSpPr>
        <p:spPr/>
        <p:txBody>
          <a:bodyPr/>
          <a:lstStyle/>
          <a:p>
            <a:endParaRPr lang="es-CR"/>
          </a:p>
        </p:txBody>
      </p:sp>
      <p:sp>
        <p:nvSpPr>
          <p:cNvPr id="4" name="3 Marcador de número de diapositiva"/>
          <p:cNvSpPr>
            <a:spLocks noGrp="1"/>
          </p:cNvSpPr>
          <p:nvPr>
            <p:ph type="sldNum" sz="quarter" idx="12"/>
          </p:nvPr>
        </p:nvSpPr>
        <p:spPr/>
        <p:txBody>
          <a:bodyPr/>
          <a:lstStyle/>
          <a:p>
            <a:fld id="{C180C126-DAD2-4011-A6A6-B7276D700A11}" type="slidenum">
              <a:rPr lang="es-CR" smtClean="0"/>
              <a:t>‹#›</a:t>
            </a:fld>
            <a:endParaRPr lang="es-C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5888846" y="1248902"/>
            <a:ext cx="3721608" cy="994867"/>
          </a:xfrm>
        </p:spPr>
        <p:txBody>
          <a:bodyPr anchor="b"/>
          <a:lstStyle>
            <a:lvl1pPr algn="l">
              <a:buNone/>
              <a:defRPr sz="1980" b="1"/>
            </a:lvl1pPr>
          </a:lstStyle>
          <a:p>
            <a:r>
              <a:rPr kumimoji="0" lang="es-ES"/>
              <a:t>Haga clic para modificar el estilo de título del patrón</a:t>
            </a:r>
            <a:endParaRPr kumimoji="0" lang="en-US"/>
          </a:p>
        </p:txBody>
      </p:sp>
      <p:sp>
        <p:nvSpPr>
          <p:cNvPr id="3" name="2 Marcador de texto"/>
          <p:cNvSpPr>
            <a:spLocks noGrp="1"/>
          </p:cNvSpPr>
          <p:nvPr>
            <p:ph type="body" idx="2"/>
          </p:nvPr>
        </p:nvSpPr>
        <p:spPr>
          <a:xfrm>
            <a:off x="5888846" y="2278824"/>
            <a:ext cx="3721608" cy="5233416"/>
          </a:xfrm>
        </p:spPr>
        <p:txBody>
          <a:bodyPr/>
          <a:lstStyle>
            <a:lvl1pPr marL="10058" indent="0">
              <a:buNone/>
              <a:defRPr sz="1540"/>
            </a:lvl1pPr>
            <a:lvl2pPr>
              <a:buNone/>
              <a:defRPr sz="1320"/>
            </a:lvl2pPr>
            <a:lvl3pPr>
              <a:buNone/>
              <a:defRPr sz="1100"/>
            </a:lvl3pPr>
            <a:lvl4pPr>
              <a:buNone/>
              <a:defRPr sz="990"/>
            </a:lvl4pPr>
            <a:lvl5pPr>
              <a:buNone/>
              <a:defRPr sz="990"/>
            </a:lvl5pPr>
          </a:lstStyle>
          <a:p>
            <a:pPr lvl="0" eaLnBrk="1" latinLnBrk="0" hangingPunct="1"/>
            <a:r>
              <a:rPr kumimoji="0" lang="es-ES"/>
              <a:t>Haga clic para modificar el estilo de texto del patrón</a:t>
            </a:r>
          </a:p>
        </p:txBody>
      </p:sp>
      <p:sp>
        <p:nvSpPr>
          <p:cNvPr id="4" name="3 Marcador de contenido"/>
          <p:cNvSpPr>
            <a:spLocks noGrp="1"/>
          </p:cNvSpPr>
          <p:nvPr>
            <p:ph sz="half" idx="1"/>
          </p:nvPr>
        </p:nvSpPr>
        <p:spPr>
          <a:xfrm>
            <a:off x="167640" y="879792"/>
            <a:ext cx="5612587" cy="6632448"/>
          </a:xfrm>
        </p:spPr>
        <p:txBody>
          <a:bodyPr/>
          <a:lstStyle>
            <a:lvl1pPr>
              <a:defRPr sz="3520"/>
            </a:lvl1pPr>
            <a:lvl2pPr>
              <a:defRPr sz="3080"/>
            </a:lvl2pPr>
            <a:lvl3pPr>
              <a:defRPr sz="2640"/>
            </a:lvl3pPr>
            <a:lvl4pPr>
              <a:defRPr sz="2200"/>
            </a:lvl4pPr>
            <a:lvl5pPr>
              <a:defRPr sz="2200"/>
            </a:lvl5pPr>
          </a:lstStyle>
          <a:p>
            <a:pPr lvl="0" eaLnBrk="1" latinLnBrk="0" hangingPunct="1"/>
            <a:r>
              <a:rPr lang="es-ES"/>
              <a:t>Haga clic para modificar el estilo de texto del patrón</a:t>
            </a:r>
          </a:p>
          <a:p>
            <a:pPr lvl="1" eaLnBrk="1" latinLnBrk="0" hangingPunct="1"/>
            <a:r>
              <a:rPr lang="es-ES"/>
              <a:t>Segundo nivel</a:t>
            </a:r>
          </a:p>
          <a:p>
            <a:pPr lvl="2" eaLnBrk="1" latinLnBrk="0" hangingPunct="1"/>
            <a:r>
              <a:rPr lang="es-ES"/>
              <a:t>Tercer nivel</a:t>
            </a:r>
          </a:p>
          <a:p>
            <a:pPr lvl="3" eaLnBrk="1" latinLnBrk="0" hangingPunct="1"/>
            <a:r>
              <a:rPr lang="es-ES"/>
              <a:t>Cuarto nivel</a:t>
            </a:r>
          </a:p>
          <a:p>
            <a:pPr lvl="4" eaLnBrk="1" latinLnBrk="0" hangingPunct="1"/>
            <a:r>
              <a:rPr lang="es-ES"/>
              <a:t>Quinto nivel</a:t>
            </a:r>
            <a:endParaRPr kumimoji="0" lang="en-US"/>
          </a:p>
        </p:txBody>
      </p:sp>
      <p:sp>
        <p:nvSpPr>
          <p:cNvPr id="5" name="4 Marcador de fecha"/>
          <p:cNvSpPr>
            <a:spLocks noGrp="1"/>
          </p:cNvSpPr>
          <p:nvPr>
            <p:ph type="dt" sz="half" idx="10"/>
          </p:nvPr>
        </p:nvSpPr>
        <p:spPr/>
        <p:txBody>
          <a:bodyPr/>
          <a:lstStyle/>
          <a:p>
            <a:fld id="{62CD7716-E68F-4B01-8ADA-26CD6F61229D}" type="datetimeFigureOut">
              <a:rPr lang="es-CR" smtClean="0"/>
              <a:t>19/3/2019</a:t>
            </a:fld>
            <a:endParaRPr lang="es-CR"/>
          </a:p>
        </p:txBody>
      </p:sp>
      <p:sp>
        <p:nvSpPr>
          <p:cNvPr id="6" name="5 Marcador de pie de página"/>
          <p:cNvSpPr>
            <a:spLocks noGrp="1"/>
          </p:cNvSpPr>
          <p:nvPr>
            <p:ph type="ftr" sz="quarter" idx="11"/>
          </p:nvPr>
        </p:nvSpPr>
        <p:spPr/>
        <p:txBody>
          <a:bodyPr/>
          <a:lstStyle/>
          <a:p>
            <a:endParaRPr lang="es-CR"/>
          </a:p>
        </p:txBody>
      </p:sp>
      <p:sp>
        <p:nvSpPr>
          <p:cNvPr id="7" name="6 Marcador de número de diapositiva"/>
          <p:cNvSpPr>
            <a:spLocks noGrp="1"/>
          </p:cNvSpPr>
          <p:nvPr>
            <p:ph type="sldNum" sz="quarter" idx="12"/>
          </p:nvPr>
        </p:nvSpPr>
        <p:spPr/>
        <p:txBody>
          <a:bodyPr/>
          <a:lstStyle/>
          <a:p>
            <a:fld id="{C180C126-DAD2-4011-A6A6-B7276D700A11}" type="slidenum">
              <a:rPr lang="es-CR" smtClean="0"/>
              <a:t>‹#›</a:t>
            </a:fld>
            <a:endParaRPr lang="es-C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5984479" y="1257051"/>
            <a:ext cx="645483" cy="5305855"/>
          </a:xfrm>
        </p:spPr>
        <p:txBody>
          <a:bodyPr vert="vert270" lIns="45720" tIns="0" rIns="45720" anchor="t"/>
          <a:lstStyle>
            <a:lvl1pPr algn="ctr">
              <a:buNone/>
              <a:defRPr sz="2200" b="1"/>
            </a:lvl1pPr>
          </a:lstStyle>
          <a:p>
            <a:r>
              <a:rPr kumimoji="0" lang="es-ES"/>
              <a:t>Haga clic para modificar el estilo de título del patrón</a:t>
            </a:r>
            <a:endParaRPr kumimoji="0" lang="en-US"/>
          </a:p>
        </p:txBody>
      </p:sp>
      <p:sp>
        <p:nvSpPr>
          <p:cNvPr id="3" name="2 Marcador de posición de imagen"/>
          <p:cNvSpPr>
            <a:spLocks noGrp="1"/>
          </p:cNvSpPr>
          <p:nvPr>
            <p:ph type="pic" idx="1"/>
          </p:nvPr>
        </p:nvSpPr>
        <p:spPr>
          <a:xfrm>
            <a:off x="444038" y="1295400"/>
            <a:ext cx="5029200" cy="5181600"/>
          </a:xfrm>
          <a:solidFill>
            <a:srgbClr val="EAEAEA"/>
          </a:solidFill>
          <a:ln w="50800">
            <a:solidFill>
              <a:srgbClr val="FFFFFF"/>
            </a:solidFill>
            <a:miter lim="800000"/>
          </a:ln>
          <a:effectLst>
            <a:outerShdw blurRad="57150" dist="31750" dir="4800000" algn="tl" rotWithShape="0">
              <a:srgbClr val="000000">
                <a:alpha val="25000"/>
              </a:srgbClr>
            </a:outerShdw>
          </a:effectLst>
          <a:scene3d>
            <a:camera prst="orthographicFront"/>
            <a:lightRig rig="twoPt" dir="t">
              <a:rot lat="0" lon="0" rev="7200000"/>
            </a:lightRig>
          </a:scene3d>
          <a:sp3d contourW="2540">
            <a:bevelT w="25400" h="19050"/>
            <a:contourClr>
              <a:srgbClr val="AEAEAE"/>
            </a:contourClr>
          </a:sp3d>
        </p:spPr>
        <p:txBody>
          <a:bodyPr/>
          <a:lstStyle>
            <a:lvl1pPr marL="0" indent="0">
              <a:buNone/>
              <a:defRPr sz="3520"/>
            </a:lvl1pPr>
          </a:lstStyle>
          <a:p>
            <a:r>
              <a:rPr kumimoji="0" lang="es-ES"/>
              <a:t>Haga clic en el icono para agregar una imagen</a:t>
            </a:r>
            <a:endParaRPr kumimoji="0" lang="en-US" dirty="0"/>
          </a:p>
        </p:txBody>
      </p:sp>
      <p:sp>
        <p:nvSpPr>
          <p:cNvPr id="4" name="3 Marcador de texto"/>
          <p:cNvSpPr>
            <a:spLocks noGrp="1"/>
          </p:cNvSpPr>
          <p:nvPr>
            <p:ph type="body" sz="half" idx="2"/>
          </p:nvPr>
        </p:nvSpPr>
        <p:spPr>
          <a:xfrm>
            <a:off x="6697287" y="3710885"/>
            <a:ext cx="2849880" cy="2852021"/>
          </a:xfrm>
        </p:spPr>
        <p:txBody>
          <a:bodyPr lIns="0" tIns="0" rIns="45720" anchor="t"/>
          <a:lstStyle>
            <a:lvl1pPr marL="0" indent="0">
              <a:lnSpc>
                <a:spcPct val="100000"/>
              </a:lnSpc>
              <a:spcBef>
                <a:spcPts val="0"/>
              </a:spcBef>
              <a:buFontTx/>
              <a:buNone/>
              <a:defRPr sz="1430"/>
            </a:lvl1pPr>
            <a:lvl2pPr>
              <a:buFontTx/>
              <a:buNone/>
              <a:defRPr sz="1320"/>
            </a:lvl2pPr>
            <a:lvl3pPr>
              <a:buFontTx/>
              <a:buNone/>
              <a:defRPr sz="1100"/>
            </a:lvl3pPr>
            <a:lvl4pPr>
              <a:buFontTx/>
              <a:buNone/>
              <a:defRPr sz="990"/>
            </a:lvl4pPr>
            <a:lvl5pPr>
              <a:buFontTx/>
              <a:buNone/>
              <a:defRPr sz="990"/>
            </a:lvl5pPr>
          </a:lstStyle>
          <a:p>
            <a:pPr lvl="0" eaLnBrk="1" latinLnBrk="0" hangingPunct="1"/>
            <a:r>
              <a:rPr kumimoji="0" lang="es-ES"/>
              <a:t>Haga clic para modificar el estilo de texto del patrón</a:t>
            </a:r>
          </a:p>
        </p:txBody>
      </p:sp>
      <p:sp>
        <p:nvSpPr>
          <p:cNvPr id="5" name="4 Marcador de fecha"/>
          <p:cNvSpPr>
            <a:spLocks noGrp="1"/>
          </p:cNvSpPr>
          <p:nvPr>
            <p:ph type="dt" sz="half" idx="10"/>
          </p:nvPr>
        </p:nvSpPr>
        <p:spPr/>
        <p:txBody>
          <a:bodyPr/>
          <a:lstStyle/>
          <a:p>
            <a:fld id="{62CD7716-E68F-4B01-8ADA-26CD6F61229D}" type="datetimeFigureOut">
              <a:rPr lang="es-CR" smtClean="0"/>
              <a:t>19/3/2019</a:t>
            </a:fld>
            <a:endParaRPr lang="es-CR"/>
          </a:p>
        </p:txBody>
      </p:sp>
      <p:sp>
        <p:nvSpPr>
          <p:cNvPr id="6" name="5 Marcador de pie de página"/>
          <p:cNvSpPr>
            <a:spLocks noGrp="1"/>
          </p:cNvSpPr>
          <p:nvPr>
            <p:ph type="ftr" sz="quarter" idx="11"/>
          </p:nvPr>
        </p:nvSpPr>
        <p:spPr/>
        <p:txBody>
          <a:bodyPr/>
          <a:lstStyle/>
          <a:p>
            <a:endParaRPr lang="es-CR"/>
          </a:p>
        </p:txBody>
      </p:sp>
      <p:sp>
        <p:nvSpPr>
          <p:cNvPr id="7" name="6 Marcador de número de diapositiva"/>
          <p:cNvSpPr>
            <a:spLocks noGrp="1"/>
          </p:cNvSpPr>
          <p:nvPr>
            <p:ph type="sldNum" sz="quarter" idx="12"/>
          </p:nvPr>
        </p:nvSpPr>
        <p:spPr/>
        <p:txBody>
          <a:bodyPr/>
          <a:lstStyle/>
          <a:p>
            <a:fld id="{C180C126-DAD2-4011-A6A6-B7276D700A11}" type="slidenum">
              <a:rPr lang="es-CR" smtClean="0"/>
              <a:t>‹#›</a:t>
            </a:fld>
            <a:endParaRPr lang="es-C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kumimoji="0" lang="es-ES"/>
              <a:t>Haga clic para modificar el estilo de título del patrón</a:t>
            </a:r>
            <a:endParaRPr kumimoji="0" lang="en-US"/>
          </a:p>
        </p:txBody>
      </p:sp>
      <p:sp>
        <p:nvSpPr>
          <p:cNvPr id="3" name="2 Marcador de texto vertical"/>
          <p:cNvSpPr>
            <a:spLocks noGrp="1"/>
          </p:cNvSpPr>
          <p:nvPr>
            <p:ph type="body" orient="vert" idx="1"/>
          </p:nvPr>
        </p:nvSpPr>
        <p:spPr/>
        <p:txBody>
          <a:bodyPr vert="eaVert"/>
          <a:lstStyle/>
          <a:p>
            <a:pPr lvl="0" eaLnBrk="1" latinLnBrk="0" hangingPunct="1"/>
            <a:r>
              <a:rPr lang="es-ES"/>
              <a:t>Haga clic para modificar el estilo de texto del patrón</a:t>
            </a:r>
          </a:p>
          <a:p>
            <a:pPr lvl="1" eaLnBrk="1" latinLnBrk="0" hangingPunct="1"/>
            <a:r>
              <a:rPr lang="es-ES"/>
              <a:t>Segundo nivel</a:t>
            </a:r>
          </a:p>
          <a:p>
            <a:pPr lvl="2" eaLnBrk="1" latinLnBrk="0" hangingPunct="1"/>
            <a:r>
              <a:rPr lang="es-ES"/>
              <a:t>Tercer nivel</a:t>
            </a:r>
          </a:p>
          <a:p>
            <a:pPr lvl="3" eaLnBrk="1" latinLnBrk="0" hangingPunct="1"/>
            <a:r>
              <a:rPr lang="es-ES"/>
              <a:t>Cuarto nivel</a:t>
            </a:r>
          </a:p>
          <a:p>
            <a:pPr lvl="4" eaLnBrk="1" latinLnBrk="0" hangingPunct="1"/>
            <a:r>
              <a:rPr lang="es-ES"/>
              <a:t>Quinto nivel</a:t>
            </a:r>
            <a:endParaRPr kumimoji="0" lang="en-US"/>
          </a:p>
        </p:txBody>
      </p:sp>
      <p:sp>
        <p:nvSpPr>
          <p:cNvPr id="4" name="3 Marcador de fecha"/>
          <p:cNvSpPr>
            <a:spLocks noGrp="1"/>
          </p:cNvSpPr>
          <p:nvPr>
            <p:ph type="dt" sz="half" idx="10"/>
          </p:nvPr>
        </p:nvSpPr>
        <p:spPr/>
        <p:txBody>
          <a:bodyPr/>
          <a:lstStyle/>
          <a:p>
            <a:fld id="{62CD7716-E68F-4B01-8ADA-26CD6F61229D}" type="datetimeFigureOut">
              <a:rPr lang="es-CR" smtClean="0"/>
              <a:t>19/3/2019</a:t>
            </a:fld>
            <a:endParaRPr lang="es-CR"/>
          </a:p>
        </p:txBody>
      </p:sp>
      <p:sp>
        <p:nvSpPr>
          <p:cNvPr id="5" name="4 Marcador de pie de página"/>
          <p:cNvSpPr>
            <a:spLocks noGrp="1"/>
          </p:cNvSpPr>
          <p:nvPr>
            <p:ph type="ftr" sz="quarter" idx="11"/>
          </p:nvPr>
        </p:nvSpPr>
        <p:spPr/>
        <p:txBody>
          <a:bodyPr/>
          <a:lstStyle/>
          <a:p>
            <a:endParaRPr lang="es-CR"/>
          </a:p>
        </p:txBody>
      </p:sp>
      <p:sp>
        <p:nvSpPr>
          <p:cNvPr id="6" name="5 Marcador de número de diapositiva"/>
          <p:cNvSpPr>
            <a:spLocks noGrp="1"/>
          </p:cNvSpPr>
          <p:nvPr>
            <p:ph type="sldNum" sz="quarter" idx="12"/>
          </p:nvPr>
        </p:nvSpPr>
        <p:spPr/>
        <p:txBody>
          <a:bodyPr/>
          <a:lstStyle/>
          <a:p>
            <a:fld id="{C180C126-DAD2-4011-A6A6-B7276D700A11}" type="slidenum">
              <a:rPr lang="es-CR" smtClean="0"/>
              <a:t>‹#›</a:t>
            </a:fld>
            <a:endParaRPr lang="es-C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1 Título vertical"/>
          <p:cNvSpPr>
            <a:spLocks noGrp="1"/>
          </p:cNvSpPr>
          <p:nvPr>
            <p:ph type="title" orient="vert"/>
          </p:nvPr>
        </p:nvSpPr>
        <p:spPr>
          <a:xfrm>
            <a:off x="7459980" y="1295400"/>
            <a:ext cx="2095500" cy="6217920"/>
          </a:xfrm>
        </p:spPr>
        <p:txBody>
          <a:bodyPr vert="eaVert"/>
          <a:lstStyle/>
          <a:p>
            <a:r>
              <a:rPr kumimoji="0" lang="es-ES"/>
              <a:t>Haga clic para modificar el estilo de título del patrón</a:t>
            </a:r>
            <a:endParaRPr kumimoji="0" lang="en-US"/>
          </a:p>
        </p:txBody>
      </p:sp>
      <p:sp>
        <p:nvSpPr>
          <p:cNvPr id="3" name="2 Marcador de texto vertical"/>
          <p:cNvSpPr>
            <a:spLocks noGrp="1"/>
          </p:cNvSpPr>
          <p:nvPr>
            <p:ph type="body" orient="vert" idx="1"/>
          </p:nvPr>
        </p:nvSpPr>
        <p:spPr>
          <a:xfrm>
            <a:off x="502920" y="1295400"/>
            <a:ext cx="6873240" cy="6217920"/>
          </a:xfrm>
        </p:spPr>
        <p:txBody>
          <a:bodyPr vert="eaVert"/>
          <a:lstStyle/>
          <a:p>
            <a:pPr lvl="0" eaLnBrk="1" latinLnBrk="0" hangingPunct="1"/>
            <a:r>
              <a:rPr lang="es-ES"/>
              <a:t>Haga clic para modificar el estilo de texto del patrón</a:t>
            </a:r>
          </a:p>
          <a:p>
            <a:pPr lvl="1" eaLnBrk="1" latinLnBrk="0" hangingPunct="1"/>
            <a:r>
              <a:rPr lang="es-ES"/>
              <a:t>Segundo nivel</a:t>
            </a:r>
          </a:p>
          <a:p>
            <a:pPr lvl="2" eaLnBrk="1" latinLnBrk="0" hangingPunct="1"/>
            <a:r>
              <a:rPr lang="es-ES"/>
              <a:t>Tercer nivel</a:t>
            </a:r>
          </a:p>
          <a:p>
            <a:pPr lvl="3" eaLnBrk="1" latinLnBrk="0" hangingPunct="1"/>
            <a:r>
              <a:rPr lang="es-ES"/>
              <a:t>Cuarto nivel</a:t>
            </a:r>
          </a:p>
          <a:p>
            <a:pPr lvl="4" eaLnBrk="1" latinLnBrk="0" hangingPunct="1"/>
            <a:r>
              <a:rPr lang="es-ES"/>
              <a:t>Quinto nivel</a:t>
            </a:r>
            <a:endParaRPr kumimoji="0" lang="en-US"/>
          </a:p>
        </p:txBody>
      </p:sp>
      <p:sp>
        <p:nvSpPr>
          <p:cNvPr id="4" name="3 Marcador de fecha"/>
          <p:cNvSpPr>
            <a:spLocks noGrp="1"/>
          </p:cNvSpPr>
          <p:nvPr>
            <p:ph type="dt" sz="half" idx="10"/>
          </p:nvPr>
        </p:nvSpPr>
        <p:spPr/>
        <p:txBody>
          <a:bodyPr/>
          <a:lstStyle/>
          <a:p>
            <a:fld id="{62CD7716-E68F-4B01-8ADA-26CD6F61229D}" type="datetimeFigureOut">
              <a:rPr lang="es-CR" smtClean="0"/>
              <a:t>19/3/2019</a:t>
            </a:fld>
            <a:endParaRPr lang="es-CR"/>
          </a:p>
        </p:txBody>
      </p:sp>
      <p:sp>
        <p:nvSpPr>
          <p:cNvPr id="5" name="4 Marcador de pie de página"/>
          <p:cNvSpPr>
            <a:spLocks noGrp="1"/>
          </p:cNvSpPr>
          <p:nvPr>
            <p:ph type="ftr" sz="quarter" idx="11"/>
          </p:nvPr>
        </p:nvSpPr>
        <p:spPr/>
        <p:txBody>
          <a:bodyPr/>
          <a:lstStyle/>
          <a:p>
            <a:endParaRPr lang="es-CR"/>
          </a:p>
        </p:txBody>
      </p:sp>
      <p:sp>
        <p:nvSpPr>
          <p:cNvPr id="6" name="5 Marcador de número de diapositiva"/>
          <p:cNvSpPr>
            <a:spLocks noGrp="1"/>
          </p:cNvSpPr>
          <p:nvPr>
            <p:ph type="sldNum" sz="quarter" idx="12"/>
          </p:nvPr>
        </p:nvSpPr>
        <p:spPr/>
        <p:txBody>
          <a:bodyPr/>
          <a:lstStyle/>
          <a:p>
            <a:fld id="{C180C126-DAD2-4011-A6A6-B7276D700A11}" type="slidenum">
              <a:rPr lang="es-CR" smtClean="0"/>
              <a:t>‹#›</a:t>
            </a:fld>
            <a:endParaRPr lang="es-C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8" name="27 Rectángulo"/>
          <p:cNvSpPr/>
          <p:nvPr/>
        </p:nvSpPr>
        <p:spPr>
          <a:xfrm>
            <a:off x="1" y="415729"/>
            <a:ext cx="10058400" cy="95661"/>
          </a:xfrm>
          <a:prstGeom prst="rect">
            <a:avLst/>
          </a:prstGeom>
          <a:solidFill>
            <a:schemeClr val="accent2">
              <a:alpha val="5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2376"/>
          </a:p>
        </p:txBody>
      </p:sp>
      <p:sp>
        <p:nvSpPr>
          <p:cNvPr id="29" name="28 Rectángulo"/>
          <p:cNvSpPr/>
          <p:nvPr/>
        </p:nvSpPr>
        <p:spPr>
          <a:xfrm>
            <a:off x="0" y="0"/>
            <a:ext cx="10058400" cy="352085"/>
          </a:xfrm>
          <a:prstGeom prst="rect">
            <a:avLst/>
          </a:prstGeom>
          <a:solidFill>
            <a:schemeClr val="tx2">
              <a:alpha val="10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2376"/>
          </a:p>
        </p:txBody>
      </p:sp>
      <p:sp>
        <p:nvSpPr>
          <p:cNvPr id="30" name="29 Rectángulo"/>
          <p:cNvSpPr/>
          <p:nvPr/>
        </p:nvSpPr>
        <p:spPr>
          <a:xfrm>
            <a:off x="3" y="349382"/>
            <a:ext cx="10058401" cy="103633"/>
          </a:xfrm>
          <a:prstGeom prst="rect">
            <a:avLst/>
          </a:prstGeom>
          <a:solidFill>
            <a:schemeClr val="accent2">
              <a:alpha val="10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2376"/>
          </a:p>
        </p:txBody>
      </p:sp>
      <p:sp>
        <p:nvSpPr>
          <p:cNvPr id="31" name="30 Rectángulo"/>
          <p:cNvSpPr/>
          <p:nvPr/>
        </p:nvSpPr>
        <p:spPr>
          <a:xfrm flipV="1">
            <a:off x="5951203" y="408280"/>
            <a:ext cx="4107201" cy="103232"/>
          </a:xfrm>
          <a:prstGeom prst="rect">
            <a:avLst/>
          </a:prstGeom>
          <a:solidFill>
            <a:schemeClr val="accent2">
              <a:alpha val="10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2376"/>
          </a:p>
        </p:txBody>
      </p:sp>
      <p:sp>
        <p:nvSpPr>
          <p:cNvPr id="32" name="31 Rectángulo"/>
          <p:cNvSpPr/>
          <p:nvPr/>
        </p:nvSpPr>
        <p:spPr>
          <a:xfrm flipV="1">
            <a:off x="5951223" y="498795"/>
            <a:ext cx="4107181" cy="204040"/>
          </a:xfrm>
          <a:prstGeom prst="rect">
            <a:avLst/>
          </a:prstGeom>
          <a:solidFill>
            <a:schemeClr val="accent2">
              <a:alpha val="5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2376"/>
          </a:p>
        </p:txBody>
      </p:sp>
      <p:sp useBgFill="1">
        <p:nvSpPr>
          <p:cNvPr id="33" name="32 Rectángulo redondeado"/>
          <p:cNvSpPr/>
          <p:nvPr/>
        </p:nvSpPr>
        <p:spPr bwMode="white">
          <a:xfrm>
            <a:off x="5948073" y="563838"/>
            <a:ext cx="3369564" cy="31090"/>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2376"/>
          </a:p>
        </p:txBody>
      </p:sp>
      <p:sp useBgFill="1">
        <p:nvSpPr>
          <p:cNvPr id="34" name="33 Rectángulo redondeado"/>
          <p:cNvSpPr/>
          <p:nvPr/>
        </p:nvSpPr>
        <p:spPr bwMode="white">
          <a:xfrm>
            <a:off x="8111011" y="667471"/>
            <a:ext cx="1760220" cy="41453"/>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2376"/>
          </a:p>
        </p:txBody>
      </p:sp>
      <p:sp>
        <p:nvSpPr>
          <p:cNvPr id="35" name="34 Rectángulo"/>
          <p:cNvSpPr/>
          <p:nvPr/>
        </p:nvSpPr>
        <p:spPr bwMode="invGray">
          <a:xfrm>
            <a:off x="9993462" y="-2268"/>
            <a:ext cx="63389" cy="704698"/>
          </a:xfrm>
          <a:prstGeom prst="rect">
            <a:avLst/>
          </a:prstGeom>
          <a:solidFill>
            <a:srgbClr val="FFFFFF">
              <a:alpha val="65098"/>
            </a:srgb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2376" dirty="0"/>
          </a:p>
        </p:txBody>
      </p:sp>
      <p:sp>
        <p:nvSpPr>
          <p:cNvPr id="36" name="35 Rectángulo"/>
          <p:cNvSpPr/>
          <p:nvPr/>
        </p:nvSpPr>
        <p:spPr bwMode="invGray">
          <a:xfrm>
            <a:off x="9948929" y="-2268"/>
            <a:ext cx="30175" cy="704698"/>
          </a:xfrm>
          <a:prstGeom prst="rect">
            <a:avLst/>
          </a:prstGeom>
          <a:solidFill>
            <a:srgbClr val="FFFFFF">
              <a:alpha val="65098"/>
            </a:srgb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2376" dirty="0"/>
          </a:p>
        </p:txBody>
      </p:sp>
      <p:sp>
        <p:nvSpPr>
          <p:cNvPr id="37" name="36 Rectángulo"/>
          <p:cNvSpPr/>
          <p:nvPr/>
        </p:nvSpPr>
        <p:spPr bwMode="invGray">
          <a:xfrm>
            <a:off x="9927972" y="-2268"/>
            <a:ext cx="10058" cy="704698"/>
          </a:xfrm>
          <a:prstGeom prst="rect">
            <a:avLst/>
          </a:prstGeom>
          <a:solidFill>
            <a:srgbClr val="FFFFFF">
              <a:alpha val="60000"/>
            </a:srgb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2376"/>
          </a:p>
        </p:txBody>
      </p:sp>
      <p:sp>
        <p:nvSpPr>
          <p:cNvPr id="38" name="37 Rectángulo"/>
          <p:cNvSpPr/>
          <p:nvPr/>
        </p:nvSpPr>
        <p:spPr bwMode="invGray">
          <a:xfrm>
            <a:off x="9872965" y="-2268"/>
            <a:ext cx="30175" cy="704698"/>
          </a:xfrm>
          <a:prstGeom prst="rect">
            <a:avLst/>
          </a:prstGeom>
          <a:solidFill>
            <a:srgbClr val="FFFFFF">
              <a:alpha val="40000"/>
            </a:srgb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2376"/>
          </a:p>
        </p:txBody>
      </p:sp>
      <p:sp>
        <p:nvSpPr>
          <p:cNvPr id="39" name="38 Rectángulo"/>
          <p:cNvSpPr/>
          <p:nvPr/>
        </p:nvSpPr>
        <p:spPr bwMode="invGray">
          <a:xfrm>
            <a:off x="9807245" y="432"/>
            <a:ext cx="60350" cy="663245"/>
          </a:xfrm>
          <a:prstGeom prst="rect">
            <a:avLst/>
          </a:prstGeom>
          <a:solidFill>
            <a:srgbClr val="FFFFFF">
              <a:alpha val="20000"/>
            </a:srgb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2376"/>
          </a:p>
        </p:txBody>
      </p:sp>
      <p:sp>
        <p:nvSpPr>
          <p:cNvPr id="40" name="39 Rectángulo"/>
          <p:cNvSpPr/>
          <p:nvPr/>
        </p:nvSpPr>
        <p:spPr bwMode="invGray">
          <a:xfrm>
            <a:off x="9760824" y="432"/>
            <a:ext cx="10058" cy="663245"/>
          </a:xfrm>
          <a:prstGeom prst="rect">
            <a:avLst/>
          </a:prstGeom>
          <a:solidFill>
            <a:srgbClr val="FFFFFF">
              <a:alpha val="30196"/>
            </a:srgb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2376" dirty="0"/>
          </a:p>
        </p:txBody>
      </p:sp>
      <p:sp>
        <p:nvSpPr>
          <p:cNvPr id="22" name="21 Marcador de título"/>
          <p:cNvSpPr>
            <a:spLocks noGrp="1"/>
          </p:cNvSpPr>
          <p:nvPr>
            <p:ph type="title"/>
          </p:nvPr>
        </p:nvSpPr>
        <p:spPr>
          <a:xfrm>
            <a:off x="502920" y="1295400"/>
            <a:ext cx="9052560" cy="1209040"/>
          </a:xfrm>
          <a:prstGeom prst="rect">
            <a:avLst/>
          </a:prstGeom>
        </p:spPr>
        <p:txBody>
          <a:bodyPr vert="horz" anchor="ctr">
            <a:normAutofit/>
          </a:bodyPr>
          <a:lstStyle/>
          <a:p>
            <a:r>
              <a:rPr kumimoji="0" lang="es-ES"/>
              <a:t>Haga clic para modificar el estilo de título del patrón</a:t>
            </a:r>
            <a:endParaRPr kumimoji="0" lang="en-US"/>
          </a:p>
        </p:txBody>
      </p:sp>
      <p:sp>
        <p:nvSpPr>
          <p:cNvPr id="13" name="12 Marcador de texto"/>
          <p:cNvSpPr>
            <a:spLocks noGrp="1"/>
          </p:cNvSpPr>
          <p:nvPr>
            <p:ph type="body" idx="1"/>
          </p:nvPr>
        </p:nvSpPr>
        <p:spPr>
          <a:xfrm>
            <a:off x="502920" y="2549347"/>
            <a:ext cx="9052560" cy="4901794"/>
          </a:xfrm>
          <a:prstGeom prst="rect">
            <a:avLst/>
          </a:prstGeom>
        </p:spPr>
        <p:txBody>
          <a:bodyPr vert="horz">
            <a:normAutofit/>
          </a:bodyPr>
          <a:lstStyle/>
          <a:p>
            <a:pPr lvl="0" eaLnBrk="1" latinLnBrk="0" hangingPunct="1"/>
            <a:r>
              <a:rPr kumimoji="0" lang="es-ES"/>
              <a:t>Haga clic para modificar el estilo de texto del patrón</a:t>
            </a:r>
          </a:p>
          <a:p>
            <a:pPr lvl="1" eaLnBrk="1" latinLnBrk="0" hangingPunct="1"/>
            <a:r>
              <a:rPr kumimoji="0" lang="es-ES"/>
              <a:t>Segundo nivel</a:t>
            </a:r>
          </a:p>
          <a:p>
            <a:pPr lvl="2" eaLnBrk="1" latinLnBrk="0" hangingPunct="1"/>
            <a:r>
              <a:rPr kumimoji="0" lang="es-ES"/>
              <a:t>Tercer nivel</a:t>
            </a:r>
          </a:p>
          <a:p>
            <a:pPr lvl="3" eaLnBrk="1" latinLnBrk="0" hangingPunct="1"/>
            <a:r>
              <a:rPr kumimoji="0" lang="es-ES"/>
              <a:t>Cuarto nivel</a:t>
            </a:r>
          </a:p>
          <a:p>
            <a:pPr lvl="4" eaLnBrk="1" latinLnBrk="0" hangingPunct="1"/>
            <a:r>
              <a:rPr kumimoji="0" lang="es-ES"/>
              <a:t>Quinto nivel</a:t>
            </a:r>
            <a:endParaRPr kumimoji="0" lang="en-US"/>
          </a:p>
        </p:txBody>
      </p:sp>
      <p:sp>
        <p:nvSpPr>
          <p:cNvPr id="14" name="13 Marcador de fecha"/>
          <p:cNvSpPr>
            <a:spLocks noGrp="1"/>
          </p:cNvSpPr>
          <p:nvPr>
            <p:ph type="dt" sz="half" idx="2"/>
          </p:nvPr>
        </p:nvSpPr>
        <p:spPr>
          <a:xfrm>
            <a:off x="7245190" y="694334"/>
            <a:ext cx="1052990" cy="518160"/>
          </a:xfrm>
          <a:prstGeom prst="rect">
            <a:avLst/>
          </a:prstGeom>
        </p:spPr>
        <p:txBody>
          <a:bodyPr vert="horz"/>
          <a:lstStyle>
            <a:lvl1pPr algn="l" eaLnBrk="1" latinLnBrk="0" hangingPunct="1">
              <a:defRPr kumimoji="0" sz="880">
                <a:solidFill>
                  <a:schemeClr val="accent2"/>
                </a:solidFill>
              </a:defRPr>
            </a:lvl1pPr>
          </a:lstStyle>
          <a:p>
            <a:fld id="{62CD7716-E68F-4B01-8ADA-26CD6F61229D}" type="datetimeFigureOut">
              <a:rPr lang="es-CR" smtClean="0"/>
              <a:t>19/3/2019</a:t>
            </a:fld>
            <a:endParaRPr lang="es-CR"/>
          </a:p>
        </p:txBody>
      </p:sp>
      <p:sp>
        <p:nvSpPr>
          <p:cNvPr id="3" name="2 Marcador de pie de página"/>
          <p:cNvSpPr>
            <a:spLocks noGrp="1"/>
          </p:cNvSpPr>
          <p:nvPr>
            <p:ph type="ftr" sz="quarter" idx="3"/>
          </p:nvPr>
        </p:nvSpPr>
        <p:spPr>
          <a:xfrm>
            <a:off x="5783580" y="694334"/>
            <a:ext cx="1458468" cy="518160"/>
          </a:xfrm>
          <a:prstGeom prst="rect">
            <a:avLst/>
          </a:prstGeom>
        </p:spPr>
        <p:txBody>
          <a:bodyPr vert="horz"/>
          <a:lstStyle>
            <a:lvl1pPr algn="r" eaLnBrk="1" latinLnBrk="0" hangingPunct="1">
              <a:defRPr kumimoji="0" sz="880">
                <a:solidFill>
                  <a:schemeClr val="accent2"/>
                </a:solidFill>
              </a:defRPr>
            </a:lvl1pPr>
          </a:lstStyle>
          <a:p>
            <a:endParaRPr lang="es-CR"/>
          </a:p>
        </p:txBody>
      </p:sp>
      <p:sp>
        <p:nvSpPr>
          <p:cNvPr id="23" name="22 Marcador de número de diapositiva"/>
          <p:cNvSpPr>
            <a:spLocks noGrp="1"/>
          </p:cNvSpPr>
          <p:nvPr>
            <p:ph type="sldNum" sz="quarter" idx="4"/>
          </p:nvPr>
        </p:nvSpPr>
        <p:spPr>
          <a:xfrm>
            <a:off x="8992210" y="2575"/>
            <a:ext cx="838200" cy="414528"/>
          </a:xfrm>
          <a:prstGeom prst="rect">
            <a:avLst/>
          </a:prstGeom>
        </p:spPr>
        <p:txBody>
          <a:bodyPr vert="horz" anchor="b"/>
          <a:lstStyle>
            <a:lvl1pPr algn="r" eaLnBrk="1" latinLnBrk="0" hangingPunct="1">
              <a:defRPr kumimoji="0" sz="1980">
                <a:solidFill>
                  <a:srgbClr val="FFFFFF"/>
                </a:solidFill>
              </a:defRPr>
            </a:lvl1pPr>
          </a:lstStyle>
          <a:p>
            <a:fld id="{C180C126-DAD2-4011-A6A6-B7276D700A11}" type="slidenum">
              <a:rPr lang="es-CR" smtClean="0"/>
              <a:t>‹#›</a:t>
            </a:fld>
            <a:endParaRPr lang="es-CR"/>
          </a:p>
        </p:txBody>
      </p:sp>
    </p:spTree>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rtl="0" eaLnBrk="1" latinLnBrk="0" hangingPunct="1">
        <a:spcBef>
          <a:spcPct val="0"/>
        </a:spcBef>
        <a:buNone/>
        <a:defRPr kumimoji="0" sz="4400" kern="1200">
          <a:solidFill>
            <a:schemeClr val="tx2"/>
          </a:solidFill>
          <a:latin typeface="+mj-lt"/>
          <a:ea typeface="+mj-ea"/>
          <a:cs typeface="+mj-cs"/>
        </a:defRPr>
      </a:lvl1pPr>
    </p:titleStyle>
    <p:bodyStyle>
      <a:lvl1pPr marL="402320" indent="-281623" algn="l" rtl="0" eaLnBrk="1" latinLnBrk="0" hangingPunct="1">
        <a:spcBef>
          <a:spcPts val="330"/>
        </a:spcBef>
        <a:buClr>
          <a:schemeClr val="accent3"/>
        </a:buClr>
        <a:buFont typeface="Georgia"/>
        <a:buChar char="•"/>
        <a:defRPr kumimoji="0" sz="3080" kern="1200">
          <a:solidFill>
            <a:schemeClr val="tx1"/>
          </a:solidFill>
          <a:latin typeface="+mn-lt"/>
          <a:ea typeface="+mn-ea"/>
          <a:cs typeface="+mn-cs"/>
        </a:defRPr>
      </a:lvl1pPr>
      <a:lvl2pPr marL="724176" indent="-271566" algn="l" rtl="0" eaLnBrk="1" latinLnBrk="0" hangingPunct="1">
        <a:spcBef>
          <a:spcPts val="330"/>
        </a:spcBef>
        <a:buClr>
          <a:schemeClr val="accent2"/>
        </a:buClr>
        <a:buFont typeface="Georgia"/>
        <a:buChar char="▫"/>
        <a:defRPr kumimoji="0" sz="2860" kern="1200">
          <a:solidFill>
            <a:schemeClr val="accent2"/>
          </a:solidFill>
          <a:latin typeface="+mn-lt"/>
          <a:ea typeface="+mn-ea"/>
          <a:cs typeface="+mn-cs"/>
        </a:defRPr>
      </a:lvl2pPr>
      <a:lvl3pPr marL="1015858" indent="-241392" algn="l" rtl="0" eaLnBrk="1" latinLnBrk="0" hangingPunct="1">
        <a:spcBef>
          <a:spcPts val="330"/>
        </a:spcBef>
        <a:buClr>
          <a:schemeClr val="accent1"/>
        </a:buClr>
        <a:buFont typeface="Wingdings 2"/>
        <a:buChar char=""/>
        <a:defRPr kumimoji="0" sz="2640" kern="1200">
          <a:solidFill>
            <a:schemeClr val="accent1"/>
          </a:solidFill>
          <a:latin typeface="+mn-lt"/>
          <a:ea typeface="+mn-ea"/>
          <a:cs typeface="+mn-cs"/>
        </a:defRPr>
      </a:lvl3pPr>
      <a:lvl4pPr marL="1297482" indent="-221276" algn="l" rtl="0" eaLnBrk="1" latinLnBrk="0" hangingPunct="1">
        <a:spcBef>
          <a:spcPts val="330"/>
        </a:spcBef>
        <a:buClr>
          <a:schemeClr val="accent1"/>
        </a:buClr>
        <a:buFont typeface="Wingdings 2"/>
        <a:buChar char=""/>
        <a:defRPr kumimoji="0" sz="2420" kern="1200">
          <a:solidFill>
            <a:schemeClr val="accent1"/>
          </a:solidFill>
          <a:latin typeface="+mn-lt"/>
          <a:ea typeface="+mn-ea"/>
          <a:cs typeface="+mn-cs"/>
        </a:defRPr>
      </a:lvl4pPr>
      <a:lvl5pPr marL="1528816" indent="-201160" algn="l" rtl="0" eaLnBrk="1" latinLnBrk="0" hangingPunct="1">
        <a:spcBef>
          <a:spcPts val="330"/>
        </a:spcBef>
        <a:buClr>
          <a:schemeClr val="accent3"/>
        </a:buClr>
        <a:buFont typeface="Georgia"/>
        <a:buChar char="▫"/>
        <a:defRPr kumimoji="0" sz="2200" kern="1200">
          <a:solidFill>
            <a:schemeClr val="accent3"/>
          </a:solidFill>
          <a:latin typeface="+mn-lt"/>
          <a:ea typeface="+mn-ea"/>
          <a:cs typeface="+mn-cs"/>
        </a:defRPr>
      </a:lvl5pPr>
      <a:lvl6pPr marL="1770208" indent="-201160" algn="l" rtl="0" eaLnBrk="1" latinLnBrk="0" hangingPunct="1">
        <a:spcBef>
          <a:spcPts val="330"/>
        </a:spcBef>
        <a:buClr>
          <a:schemeClr val="accent3"/>
        </a:buClr>
        <a:buFont typeface="Georgia"/>
        <a:buChar char="▫"/>
        <a:defRPr kumimoji="0" sz="1980" kern="1200">
          <a:solidFill>
            <a:schemeClr val="accent3"/>
          </a:solidFill>
          <a:latin typeface="+mn-lt"/>
          <a:ea typeface="+mn-ea"/>
          <a:cs typeface="+mn-cs"/>
        </a:defRPr>
      </a:lvl6pPr>
      <a:lvl7pPr marL="2011600" indent="-201160" algn="l" rtl="0" eaLnBrk="1" latinLnBrk="0" hangingPunct="1">
        <a:spcBef>
          <a:spcPts val="330"/>
        </a:spcBef>
        <a:buClr>
          <a:schemeClr val="accent3"/>
        </a:buClr>
        <a:buFont typeface="Georgia"/>
        <a:buChar char="▫"/>
        <a:defRPr kumimoji="0" sz="1760" kern="1200">
          <a:solidFill>
            <a:schemeClr val="accent3"/>
          </a:solidFill>
          <a:latin typeface="+mn-lt"/>
          <a:ea typeface="+mn-ea"/>
          <a:cs typeface="+mn-cs"/>
        </a:defRPr>
      </a:lvl7pPr>
      <a:lvl8pPr marL="2232876" indent="-201160" algn="l" rtl="0" eaLnBrk="1" latinLnBrk="0" hangingPunct="1">
        <a:spcBef>
          <a:spcPts val="330"/>
        </a:spcBef>
        <a:buClr>
          <a:schemeClr val="accent3"/>
        </a:buClr>
        <a:buFont typeface="Georgia"/>
        <a:buChar char="◦"/>
        <a:defRPr kumimoji="0" sz="1650" kern="1200">
          <a:solidFill>
            <a:schemeClr val="accent3"/>
          </a:solidFill>
          <a:latin typeface="+mn-lt"/>
          <a:ea typeface="+mn-ea"/>
          <a:cs typeface="+mn-cs"/>
        </a:defRPr>
      </a:lvl8pPr>
      <a:lvl9pPr marL="2464209" indent="-201160" algn="l" rtl="0" eaLnBrk="1" latinLnBrk="0" hangingPunct="1">
        <a:spcBef>
          <a:spcPts val="330"/>
        </a:spcBef>
        <a:buClr>
          <a:schemeClr val="accent3"/>
        </a:buClr>
        <a:buFont typeface="Georgia"/>
        <a:buChar char="◦"/>
        <a:defRPr kumimoji="0" sz="1540" kern="1200" baseline="0">
          <a:solidFill>
            <a:schemeClr val="accent3"/>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502900" algn="l" rtl="0" eaLnBrk="1" latinLnBrk="0" hangingPunct="1">
        <a:defRPr kumimoji="0" kern="1200">
          <a:solidFill>
            <a:schemeClr val="tx1"/>
          </a:solidFill>
          <a:latin typeface="+mn-lt"/>
          <a:ea typeface="+mn-ea"/>
          <a:cs typeface="+mn-cs"/>
        </a:defRPr>
      </a:lvl2pPr>
      <a:lvl3pPr marL="1005799" algn="l" rtl="0" eaLnBrk="1" latinLnBrk="0" hangingPunct="1">
        <a:defRPr kumimoji="0" kern="1200">
          <a:solidFill>
            <a:schemeClr val="tx1"/>
          </a:solidFill>
          <a:latin typeface="+mn-lt"/>
          <a:ea typeface="+mn-ea"/>
          <a:cs typeface="+mn-cs"/>
        </a:defRPr>
      </a:lvl3pPr>
      <a:lvl4pPr marL="1508700" algn="l" rtl="0" eaLnBrk="1" latinLnBrk="0" hangingPunct="1">
        <a:defRPr kumimoji="0" kern="1200">
          <a:solidFill>
            <a:schemeClr val="tx1"/>
          </a:solidFill>
          <a:latin typeface="+mn-lt"/>
          <a:ea typeface="+mn-ea"/>
          <a:cs typeface="+mn-cs"/>
        </a:defRPr>
      </a:lvl4pPr>
      <a:lvl5pPr marL="2011600" algn="l" rtl="0" eaLnBrk="1" latinLnBrk="0" hangingPunct="1">
        <a:defRPr kumimoji="0" kern="1200">
          <a:solidFill>
            <a:schemeClr val="tx1"/>
          </a:solidFill>
          <a:latin typeface="+mn-lt"/>
          <a:ea typeface="+mn-ea"/>
          <a:cs typeface="+mn-cs"/>
        </a:defRPr>
      </a:lvl5pPr>
      <a:lvl6pPr marL="2514500" algn="l" rtl="0" eaLnBrk="1" latinLnBrk="0" hangingPunct="1">
        <a:defRPr kumimoji="0" kern="1200">
          <a:solidFill>
            <a:schemeClr val="tx1"/>
          </a:solidFill>
          <a:latin typeface="+mn-lt"/>
          <a:ea typeface="+mn-ea"/>
          <a:cs typeface="+mn-cs"/>
        </a:defRPr>
      </a:lvl6pPr>
      <a:lvl7pPr marL="3017399" algn="l" rtl="0" eaLnBrk="1" latinLnBrk="0" hangingPunct="1">
        <a:defRPr kumimoji="0" kern="1200">
          <a:solidFill>
            <a:schemeClr val="tx1"/>
          </a:solidFill>
          <a:latin typeface="+mn-lt"/>
          <a:ea typeface="+mn-ea"/>
          <a:cs typeface="+mn-cs"/>
        </a:defRPr>
      </a:lvl7pPr>
      <a:lvl8pPr marL="3520299" algn="l" rtl="0" eaLnBrk="1" latinLnBrk="0" hangingPunct="1">
        <a:defRPr kumimoji="0" kern="1200">
          <a:solidFill>
            <a:schemeClr val="tx1"/>
          </a:solidFill>
          <a:latin typeface="+mn-lt"/>
          <a:ea typeface="+mn-ea"/>
          <a:cs typeface="+mn-cs"/>
        </a:defRPr>
      </a:lvl8pPr>
      <a:lvl9pPr marL="4023199"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1.xml"/><Relationship Id="rId4" Type="http://schemas.openxmlformats.org/officeDocument/2006/relationships/image" Target="../media/image4.jpe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1.xml"/><Relationship Id="rId4" Type="http://schemas.openxmlformats.org/officeDocument/2006/relationships/image" Target="../media/image4.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3 Rectángulo"/>
          <p:cNvSpPr/>
          <p:nvPr/>
        </p:nvSpPr>
        <p:spPr>
          <a:xfrm>
            <a:off x="0" y="-44607"/>
            <a:ext cx="10058400" cy="4290847"/>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s-CR" sz="2376"/>
          </a:p>
        </p:txBody>
      </p:sp>
      <p:pic>
        <p:nvPicPr>
          <p:cNvPr id="1026" name="Picture 2" descr="Image result for nvidi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86174" y="139906"/>
            <a:ext cx="2872227" cy="2018765"/>
          </a:xfrm>
          <a:prstGeom prst="rect">
            <a:avLst/>
          </a:prstGeom>
          <a:noFill/>
          <a:extLst>
            <a:ext uri="{909E8E84-426E-40DD-AFC4-6F175D3DCCD1}">
              <a14:hiddenFill xmlns:a14="http://schemas.microsoft.com/office/drawing/2010/main">
                <a:solidFill>
                  <a:srgbClr val="FFFFFF"/>
                </a:solidFill>
              </a14:hiddenFill>
            </a:ext>
          </a:extLst>
        </p:spPr>
      </p:pic>
      <p:sp>
        <p:nvSpPr>
          <p:cNvPr id="2" name="1 Título"/>
          <p:cNvSpPr>
            <a:spLocks noGrp="1"/>
          </p:cNvSpPr>
          <p:nvPr>
            <p:ph type="ctrTitle"/>
          </p:nvPr>
        </p:nvSpPr>
        <p:spPr>
          <a:xfrm>
            <a:off x="0" y="114300"/>
            <a:ext cx="10058400" cy="7543800"/>
          </a:xfrm>
        </p:spPr>
        <p:txBody>
          <a:bodyPr>
            <a:normAutofit/>
          </a:bodyPr>
          <a:lstStyle/>
          <a:p>
            <a:pPr algn="ctr"/>
            <a:br>
              <a:rPr lang="en-US" sz="2640" dirty="0">
                <a:solidFill>
                  <a:schemeClr val="tx1"/>
                </a:solidFill>
                <a:latin typeface="Times New Roman" panose="02020603050405020304" pitchFamily="18" charset="0"/>
                <a:cs typeface="Times New Roman" panose="02020603050405020304" pitchFamily="18" charset="0"/>
              </a:rPr>
            </a:br>
            <a:br>
              <a:rPr lang="en-US" sz="2640" dirty="0">
                <a:solidFill>
                  <a:schemeClr val="tx1"/>
                </a:solidFill>
                <a:latin typeface="Times New Roman" panose="02020603050405020304" pitchFamily="18" charset="0"/>
                <a:cs typeface="Times New Roman" panose="02020603050405020304" pitchFamily="18" charset="0"/>
              </a:rPr>
            </a:br>
            <a:br>
              <a:rPr lang="en-US" sz="2640" dirty="0">
                <a:solidFill>
                  <a:schemeClr val="tx1"/>
                </a:solidFill>
                <a:latin typeface="Times New Roman" panose="02020603050405020304" pitchFamily="18" charset="0"/>
                <a:cs typeface="Times New Roman" panose="02020603050405020304" pitchFamily="18" charset="0"/>
              </a:rPr>
            </a:br>
            <a:br>
              <a:rPr lang="en-US" sz="2640" dirty="0">
                <a:solidFill>
                  <a:schemeClr val="tx1"/>
                </a:solidFill>
                <a:latin typeface="Times New Roman" panose="02020603050405020304" pitchFamily="18" charset="0"/>
                <a:cs typeface="Times New Roman" panose="02020603050405020304" pitchFamily="18" charset="0"/>
              </a:rPr>
            </a:br>
            <a:r>
              <a:rPr lang="en-US" sz="2640" dirty="0">
                <a:solidFill>
                  <a:schemeClr val="tx1"/>
                </a:solidFill>
                <a:latin typeface="Times New Roman" panose="02020603050405020304" pitchFamily="18" charset="0"/>
                <a:cs typeface="Times New Roman" panose="02020603050405020304" pitchFamily="18" charset="0"/>
              </a:rPr>
              <a:t>Northeastern University Computer Architecture Research Lab</a:t>
            </a:r>
            <a:br>
              <a:rPr lang="en-US" sz="15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r>
              <a:rPr lang="en-US" sz="2200" b="1" dirty="0">
                <a:solidFill>
                  <a:schemeClr val="tx1"/>
                </a:solidFill>
                <a:latin typeface="Times New Roman" panose="02020603050405020304" pitchFamily="18" charset="0"/>
                <a:cs typeface="Times New Roman" panose="02020603050405020304" pitchFamily="18" charset="0"/>
              </a:rPr>
              <a:t>Certifies that</a:t>
            </a:r>
            <a:br>
              <a:rPr lang="en-US" sz="15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r>
              <a:rPr lang="en-US" sz="1980" dirty="0">
                <a:solidFill>
                  <a:schemeClr val="tx1"/>
                </a:solidFill>
                <a:latin typeface="Times New Roman" panose="02020603050405020304" pitchFamily="18" charset="0"/>
                <a:cs typeface="Times New Roman" panose="02020603050405020304" pitchFamily="18" charset="0"/>
              </a:rPr>
              <a:t>Has successfully demonstrated the knowledge, skills and abilities </a:t>
            </a:r>
            <a:br>
              <a:rPr lang="en-US" sz="1980" dirty="0">
                <a:solidFill>
                  <a:schemeClr val="tx1"/>
                </a:solidFill>
                <a:latin typeface="Times New Roman" panose="02020603050405020304" pitchFamily="18" charset="0"/>
                <a:cs typeface="Times New Roman" panose="02020603050405020304" pitchFamily="18" charset="0"/>
              </a:rPr>
            </a:br>
            <a:r>
              <a:rPr lang="en-US" sz="1980" dirty="0">
                <a:solidFill>
                  <a:schemeClr val="tx1"/>
                </a:solidFill>
                <a:latin typeface="Times New Roman" panose="02020603050405020304" pitchFamily="18" charset="0"/>
                <a:cs typeface="Times New Roman" panose="02020603050405020304" pitchFamily="18" charset="0"/>
              </a:rPr>
              <a:t>required for completing the </a:t>
            </a:r>
            <a:r>
              <a:rPr lang="en-US" sz="1980" b="1" dirty="0">
                <a:solidFill>
                  <a:schemeClr val="tx1"/>
                </a:solidFill>
                <a:latin typeface="Times New Roman" panose="02020603050405020304" pitchFamily="18" charset="0"/>
                <a:cs typeface="Times New Roman" panose="02020603050405020304" pitchFamily="18" charset="0"/>
              </a:rPr>
              <a:t>GPU Programming Basics with CUDA </a:t>
            </a:r>
            <a:r>
              <a:rPr lang="en-US" sz="1980" dirty="0">
                <a:solidFill>
                  <a:schemeClr val="tx1"/>
                </a:solidFill>
                <a:latin typeface="Times New Roman" panose="02020603050405020304" pitchFamily="18" charset="0"/>
                <a:cs typeface="Times New Roman" panose="02020603050405020304" pitchFamily="18" charset="0"/>
              </a:rPr>
              <a:t>workshop</a:t>
            </a:r>
            <a:br>
              <a:rPr lang="en-US" sz="26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r>
              <a:rPr lang="en-US" sz="1210" dirty="0">
                <a:solidFill>
                  <a:schemeClr val="tx1"/>
                </a:solidFill>
                <a:latin typeface="Times New Roman" panose="02020603050405020304" pitchFamily="18" charset="0"/>
                <a:cs typeface="Times New Roman" panose="02020603050405020304" pitchFamily="18" charset="0"/>
              </a:rPr>
              <a:t>Organized by NUCAR laboratory from Northeastern University,</a:t>
            </a:r>
            <a:br>
              <a:rPr lang="en-US" sz="1210" dirty="0">
                <a:solidFill>
                  <a:schemeClr val="tx1"/>
                </a:solidFill>
                <a:latin typeface="Times New Roman" panose="02020603050405020304" pitchFamily="18" charset="0"/>
                <a:cs typeface="Times New Roman" panose="02020603050405020304" pitchFamily="18" charset="0"/>
              </a:rPr>
            </a:br>
            <a:r>
              <a:rPr lang="en-US" sz="1210" dirty="0">
                <a:solidFill>
                  <a:schemeClr val="tx1"/>
                </a:solidFill>
                <a:latin typeface="Times New Roman" panose="02020603050405020304" pitchFamily="18" charset="0"/>
                <a:cs typeface="Times New Roman" panose="02020603050405020304" pitchFamily="18" charset="0"/>
              </a:rPr>
              <a:t>from January 15</a:t>
            </a:r>
            <a:r>
              <a:rPr lang="en-US" sz="1210" baseline="30000" dirty="0">
                <a:solidFill>
                  <a:schemeClr val="tx1"/>
                </a:solidFill>
                <a:latin typeface="Times New Roman" panose="02020603050405020304" pitchFamily="18" charset="0"/>
                <a:cs typeface="Times New Roman" panose="02020603050405020304" pitchFamily="18" charset="0"/>
              </a:rPr>
              <a:t>th</a:t>
            </a:r>
            <a:r>
              <a:rPr lang="en-US" sz="1210" dirty="0">
                <a:solidFill>
                  <a:schemeClr val="tx1"/>
                </a:solidFill>
                <a:latin typeface="Times New Roman" panose="02020603050405020304" pitchFamily="18" charset="0"/>
                <a:cs typeface="Times New Roman" panose="02020603050405020304" pitchFamily="18" charset="0"/>
              </a:rPr>
              <a:t> to March 13</a:t>
            </a:r>
            <a:r>
              <a:rPr lang="en-US" sz="1210" baseline="30000" dirty="0">
                <a:solidFill>
                  <a:schemeClr val="tx1"/>
                </a:solidFill>
                <a:latin typeface="Times New Roman" panose="02020603050405020304" pitchFamily="18" charset="0"/>
                <a:cs typeface="Times New Roman" panose="02020603050405020304" pitchFamily="18" charset="0"/>
              </a:rPr>
              <a:t>th</a:t>
            </a:r>
            <a:r>
              <a:rPr lang="en-US" sz="1210" dirty="0">
                <a:solidFill>
                  <a:schemeClr val="tx1"/>
                </a:solidFill>
                <a:latin typeface="Times New Roman" panose="02020603050405020304" pitchFamily="18" charset="0"/>
                <a:cs typeface="Times New Roman" panose="02020603050405020304" pitchFamily="18" charset="0"/>
              </a:rPr>
              <a:t>, 2019.</a:t>
            </a:r>
            <a:br>
              <a:rPr lang="en-US" sz="15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endParaRPr lang="en-US" sz="1540" dirty="0">
              <a:solidFill>
                <a:schemeClr val="tx1"/>
              </a:solidFill>
              <a:latin typeface="Times New Roman" panose="02020603050405020304" pitchFamily="18" charset="0"/>
              <a:cs typeface="Times New Roman" panose="02020603050405020304" pitchFamily="18" charset="0"/>
            </a:endParaRPr>
          </a:p>
        </p:txBody>
      </p:sp>
      <p:sp>
        <p:nvSpPr>
          <p:cNvPr id="5" name="4 CuadroTexto"/>
          <p:cNvSpPr txBox="1"/>
          <p:nvPr/>
        </p:nvSpPr>
        <p:spPr>
          <a:xfrm>
            <a:off x="1531464" y="6882039"/>
            <a:ext cx="1808508" cy="464743"/>
          </a:xfrm>
          <a:prstGeom prst="rect">
            <a:avLst/>
          </a:prstGeom>
          <a:noFill/>
        </p:spPr>
        <p:txBody>
          <a:bodyPr wrap="none" rtlCol="0">
            <a:spAutoFit/>
          </a:bodyPr>
          <a:lstStyle/>
          <a:p>
            <a:pPr algn="ctr"/>
            <a:r>
              <a:rPr lang="es-CR" sz="1210" dirty="0"/>
              <a:t>Julián Gutiérrez Monge</a:t>
            </a:r>
          </a:p>
          <a:p>
            <a:pPr algn="ctr"/>
            <a:r>
              <a:rPr lang="es-CR" sz="1210" b="1" dirty="0" err="1"/>
              <a:t>Coordinator</a:t>
            </a:r>
            <a:endParaRPr lang="es-CR" sz="1210" b="1" dirty="0"/>
          </a:p>
        </p:txBody>
      </p:sp>
      <p:sp>
        <p:nvSpPr>
          <p:cNvPr id="9" name="8 CuadroTexto"/>
          <p:cNvSpPr txBox="1"/>
          <p:nvPr/>
        </p:nvSpPr>
        <p:spPr>
          <a:xfrm>
            <a:off x="6718432" y="6882039"/>
            <a:ext cx="1510350" cy="464743"/>
          </a:xfrm>
          <a:prstGeom prst="rect">
            <a:avLst/>
          </a:prstGeom>
          <a:noFill/>
        </p:spPr>
        <p:txBody>
          <a:bodyPr wrap="none" rtlCol="0">
            <a:spAutoFit/>
          </a:bodyPr>
          <a:lstStyle/>
          <a:p>
            <a:pPr algn="ctr"/>
            <a:r>
              <a:rPr lang="es-CR" sz="1210" dirty="0"/>
              <a:t>Dr. David Kaeli</a:t>
            </a:r>
          </a:p>
          <a:p>
            <a:pPr algn="ctr"/>
            <a:r>
              <a:rPr lang="es-CR" sz="1210" b="1" dirty="0"/>
              <a:t>NUCAR Director</a:t>
            </a:r>
          </a:p>
        </p:txBody>
      </p:sp>
      <p:sp>
        <p:nvSpPr>
          <p:cNvPr id="6" name="5 CuadroTexto"/>
          <p:cNvSpPr txBox="1"/>
          <p:nvPr/>
        </p:nvSpPr>
        <p:spPr>
          <a:xfrm>
            <a:off x="0" y="3094115"/>
            <a:ext cx="10058400" cy="1107996"/>
          </a:xfrm>
          <a:prstGeom prst="rect">
            <a:avLst/>
          </a:prstGeom>
          <a:noFill/>
        </p:spPr>
        <p:txBody>
          <a:bodyPr wrap="square" rtlCol="0">
            <a:spAutoFit/>
          </a:bodyPr>
          <a:lstStyle/>
          <a:p>
            <a:pPr algn="ctr"/>
            <a:r>
              <a:rPr lang="es-CR" sz="6600" dirty="0">
                <a:latin typeface="French Script MT" panose="03020402040607040605" pitchFamily="66" charset="0"/>
              </a:rPr>
              <a:t>&lt;</a:t>
            </a:r>
            <a:r>
              <a:rPr lang="es-CR" sz="6600" dirty="0" err="1">
                <a:latin typeface="French Script MT" panose="03020402040607040605" pitchFamily="66" charset="0"/>
              </a:rPr>
              <a:t>Name</a:t>
            </a:r>
            <a:r>
              <a:rPr lang="es-CR" sz="6600" dirty="0">
                <a:latin typeface="French Script MT" panose="03020402040607040605" pitchFamily="66" charset="0"/>
              </a:rPr>
              <a:t>&gt;</a:t>
            </a:r>
          </a:p>
        </p:txBody>
      </p:sp>
      <p:sp>
        <p:nvSpPr>
          <p:cNvPr id="3" name="AutoShape 2" descr="Displaying INGENIERIAlogoCOLOR.jpg"/>
          <p:cNvSpPr>
            <a:spLocks noChangeAspect="1" noChangeArrowheads="1"/>
          </p:cNvSpPr>
          <p:nvPr/>
        </p:nvSpPr>
        <p:spPr bwMode="auto">
          <a:xfrm>
            <a:off x="171133" y="-44607"/>
            <a:ext cx="335280" cy="33528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100584" tIns="50292" rIns="100584" bIns="50292" numCol="1" anchor="t" anchorCtr="0" compatLnSpc="1">
            <a:prstTxWarp prst="textNoShape">
              <a:avLst/>
            </a:prstTxWarp>
          </a:bodyPr>
          <a:lstStyle/>
          <a:p>
            <a:endParaRPr lang="es-CR" sz="2376"/>
          </a:p>
        </p:txBody>
      </p:sp>
      <p:sp>
        <p:nvSpPr>
          <p:cNvPr id="7" name="AutoShape 4" descr="Displaying INGENIERIAlogoCOLOR.jpg"/>
          <p:cNvSpPr>
            <a:spLocks noChangeAspect="1" noChangeArrowheads="1"/>
          </p:cNvSpPr>
          <p:nvPr/>
        </p:nvSpPr>
        <p:spPr bwMode="auto">
          <a:xfrm>
            <a:off x="338773" y="123035"/>
            <a:ext cx="335280" cy="33528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100584" tIns="50292" rIns="100584" bIns="50292" numCol="1" anchor="t" anchorCtr="0" compatLnSpc="1">
            <a:prstTxWarp prst="textNoShape">
              <a:avLst/>
            </a:prstTxWarp>
          </a:bodyPr>
          <a:lstStyle/>
          <a:p>
            <a:endParaRPr lang="es-CR" sz="2376"/>
          </a:p>
        </p:txBody>
      </p:sp>
      <p:pic>
        <p:nvPicPr>
          <p:cNvPr id="15" name="Picture 14" descr="http://www.ece.neu.edu/groups/nucar/img/nucar.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39972" y="790326"/>
            <a:ext cx="3378460" cy="717923"/>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2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77957" y="467046"/>
            <a:ext cx="1367968" cy="1367968"/>
          </a:xfrm>
          <a:prstGeom prst="rect">
            <a:avLst/>
          </a:prstGeom>
        </p:spPr>
      </p:pic>
    </p:spTree>
    <p:extLst>
      <p:ext uri="{BB962C8B-B14F-4D97-AF65-F5344CB8AC3E}">
        <p14:creationId xmlns:p14="http://schemas.microsoft.com/office/powerpoint/2010/main" val="35662708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3 Rectángulo"/>
          <p:cNvSpPr/>
          <p:nvPr/>
        </p:nvSpPr>
        <p:spPr>
          <a:xfrm>
            <a:off x="0" y="-44607"/>
            <a:ext cx="10058400" cy="4290847"/>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s-CR" sz="2376"/>
          </a:p>
        </p:txBody>
      </p:sp>
      <p:pic>
        <p:nvPicPr>
          <p:cNvPr id="1026" name="Picture 2" descr="Image result for nvidi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86174" y="139906"/>
            <a:ext cx="2872227" cy="2018765"/>
          </a:xfrm>
          <a:prstGeom prst="rect">
            <a:avLst/>
          </a:prstGeom>
          <a:noFill/>
          <a:extLst>
            <a:ext uri="{909E8E84-426E-40DD-AFC4-6F175D3DCCD1}">
              <a14:hiddenFill xmlns:a14="http://schemas.microsoft.com/office/drawing/2010/main">
                <a:solidFill>
                  <a:srgbClr val="FFFFFF"/>
                </a:solidFill>
              </a14:hiddenFill>
            </a:ext>
          </a:extLst>
        </p:spPr>
      </p:pic>
      <p:sp>
        <p:nvSpPr>
          <p:cNvPr id="2" name="1 Título"/>
          <p:cNvSpPr>
            <a:spLocks noGrp="1"/>
          </p:cNvSpPr>
          <p:nvPr>
            <p:ph type="ctrTitle"/>
          </p:nvPr>
        </p:nvSpPr>
        <p:spPr>
          <a:xfrm>
            <a:off x="0" y="114300"/>
            <a:ext cx="10058400" cy="7543800"/>
          </a:xfrm>
        </p:spPr>
        <p:txBody>
          <a:bodyPr>
            <a:normAutofit/>
          </a:bodyPr>
          <a:lstStyle/>
          <a:p>
            <a:pPr algn="ctr"/>
            <a:br>
              <a:rPr lang="en-US" sz="2640" dirty="0">
                <a:solidFill>
                  <a:schemeClr val="tx1"/>
                </a:solidFill>
                <a:latin typeface="Times New Roman" panose="02020603050405020304" pitchFamily="18" charset="0"/>
                <a:cs typeface="Times New Roman" panose="02020603050405020304" pitchFamily="18" charset="0"/>
              </a:rPr>
            </a:br>
            <a:br>
              <a:rPr lang="en-US" sz="2640" dirty="0">
                <a:solidFill>
                  <a:schemeClr val="tx1"/>
                </a:solidFill>
                <a:latin typeface="Times New Roman" panose="02020603050405020304" pitchFamily="18" charset="0"/>
                <a:cs typeface="Times New Roman" panose="02020603050405020304" pitchFamily="18" charset="0"/>
              </a:rPr>
            </a:br>
            <a:br>
              <a:rPr lang="en-US" sz="2640" dirty="0">
                <a:solidFill>
                  <a:schemeClr val="tx1"/>
                </a:solidFill>
                <a:latin typeface="Times New Roman" panose="02020603050405020304" pitchFamily="18" charset="0"/>
                <a:cs typeface="Times New Roman" panose="02020603050405020304" pitchFamily="18" charset="0"/>
              </a:rPr>
            </a:br>
            <a:br>
              <a:rPr lang="en-US" sz="2640" dirty="0">
                <a:solidFill>
                  <a:schemeClr val="tx1"/>
                </a:solidFill>
                <a:latin typeface="Times New Roman" panose="02020603050405020304" pitchFamily="18" charset="0"/>
                <a:cs typeface="Times New Roman" panose="02020603050405020304" pitchFamily="18" charset="0"/>
              </a:rPr>
            </a:br>
            <a:r>
              <a:rPr lang="en-US" sz="2640" dirty="0">
                <a:solidFill>
                  <a:schemeClr val="tx1"/>
                </a:solidFill>
                <a:latin typeface="Times New Roman" panose="02020603050405020304" pitchFamily="18" charset="0"/>
                <a:cs typeface="Times New Roman" panose="02020603050405020304" pitchFamily="18" charset="0"/>
              </a:rPr>
              <a:t>Northeastern University Computer Architecture Research Lab</a:t>
            </a:r>
            <a:br>
              <a:rPr lang="en-US" sz="15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r>
              <a:rPr lang="en-US" sz="2200" b="1" dirty="0">
                <a:solidFill>
                  <a:schemeClr val="tx1"/>
                </a:solidFill>
                <a:latin typeface="Times New Roman" panose="02020603050405020304" pitchFamily="18" charset="0"/>
                <a:cs typeface="Times New Roman" panose="02020603050405020304" pitchFamily="18" charset="0"/>
              </a:rPr>
              <a:t>Certifies that</a:t>
            </a:r>
            <a:br>
              <a:rPr lang="en-US" sz="15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r>
              <a:rPr lang="en-US" sz="1980" dirty="0">
                <a:solidFill>
                  <a:schemeClr val="tx1"/>
                </a:solidFill>
                <a:latin typeface="Times New Roman" panose="02020603050405020304" pitchFamily="18" charset="0"/>
                <a:cs typeface="Times New Roman" panose="02020603050405020304" pitchFamily="18" charset="0"/>
              </a:rPr>
              <a:t>obtained the best performing implementation of the final project </a:t>
            </a:r>
            <a:br>
              <a:rPr lang="en-US" sz="1980" dirty="0">
                <a:solidFill>
                  <a:schemeClr val="tx1"/>
                </a:solidFill>
                <a:latin typeface="Times New Roman" panose="02020603050405020304" pitchFamily="18" charset="0"/>
                <a:cs typeface="Times New Roman" panose="02020603050405020304" pitchFamily="18" charset="0"/>
              </a:rPr>
            </a:br>
            <a:r>
              <a:rPr lang="en-US" sz="1980" dirty="0">
                <a:solidFill>
                  <a:schemeClr val="tx1"/>
                </a:solidFill>
                <a:latin typeface="Times New Roman" panose="02020603050405020304" pitchFamily="18" charset="0"/>
                <a:cs typeface="Times New Roman" panose="02020603050405020304" pitchFamily="18" charset="0"/>
              </a:rPr>
              <a:t>for the </a:t>
            </a:r>
            <a:r>
              <a:rPr lang="en-US" sz="1980" b="1" dirty="0">
                <a:solidFill>
                  <a:schemeClr val="tx1"/>
                </a:solidFill>
                <a:latin typeface="Times New Roman" panose="02020603050405020304" pitchFamily="18" charset="0"/>
                <a:cs typeface="Times New Roman" panose="02020603050405020304" pitchFamily="18" charset="0"/>
              </a:rPr>
              <a:t>GPU Programming Basics with CUDA </a:t>
            </a:r>
            <a:r>
              <a:rPr lang="en-US" sz="1980" dirty="0">
                <a:solidFill>
                  <a:schemeClr val="tx1"/>
                </a:solidFill>
                <a:latin typeface="Times New Roman" panose="02020603050405020304" pitchFamily="18" charset="0"/>
                <a:cs typeface="Times New Roman" panose="02020603050405020304" pitchFamily="18" charset="0"/>
              </a:rPr>
              <a:t>workshop</a:t>
            </a:r>
            <a:br>
              <a:rPr lang="en-US" sz="26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r>
              <a:rPr lang="en-US" sz="1210" dirty="0">
                <a:solidFill>
                  <a:schemeClr val="tx1"/>
                </a:solidFill>
                <a:latin typeface="Times New Roman" panose="02020603050405020304" pitchFamily="18" charset="0"/>
                <a:cs typeface="Times New Roman" panose="02020603050405020304" pitchFamily="18" charset="0"/>
              </a:rPr>
              <a:t>Organized by NUCAR laboratory from Northeastern University,</a:t>
            </a:r>
            <a:br>
              <a:rPr lang="en-US" sz="1210" dirty="0">
                <a:solidFill>
                  <a:schemeClr val="tx1"/>
                </a:solidFill>
                <a:latin typeface="Times New Roman" panose="02020603050405020304" pitchFamily="18" charset="0"/>
                <a:cs typeface="Times New Roman" panose="02020603050405020304" pitchFamily="18" charset="0"/>
              </a:rPr>
            </a:br>
            <a:r>
              <a:rPr lang="en-US" sz="1210" dirty="0">
                <a:solidFill>
                  <a:schemeClr val="tx1"/>
                </a:solidFill>
                <a:latin typeface="Times New Roman" panose="02020603050405020304" pitchFamily="18" charset="0"/>
                <a:cs typeface="Times New Roman" panose="02020603050405020304" pitchFamily="18" charset="0"/>
              </a:rPr>
              <a:t>from January 15</a:t>
            </a:r>
            <a:r>
              <a:rPr lang="en-US" sz="1210" baseline="30000" dirty="0">
                <a:solidFill>
                  <a:schemeClr val="tx1"/>
                </a:solidFill>
                <a:latin typeface="Times New Roman" panose="02020603050405020304" pitchFamily="18" charset="0"/>
                <a:cs typeface="Times New Roman" panose="02020603050405020304" pitchFamily="18" charset="0"/>
              </a:rPr>
              <a:t>th</a:t>
            </a:r>
            <a:r>
              <a:rPr lang="en-US" sz="1210" dirty="0">
                <a:solidFill>
                  <a:schemeClr val="tx1"/>
                </a:solidFill>
                <a:latin typeface="Times New Roman" panose="02020603050405020304" pitchFamily="18" charset="0"/>
                <a:cs typeface="Times New Roman" panose="02020603050405020304" pitchFamily="18" charset="0"/>
              </a:rPr>
              <a:t> to March 13</a:t>
            </a:r>
            <a:r>
              <a:rPr lang="en-US" sz="1210" baseline="30000" dirty="0">
                <a:solidFill>
                  <a:schemeClr val="tx1"/>
                </a:solidFill>
                <a:latin typeface="Times New Roman" panose="02020603050405020304" pitchFamily="18" charset="0"/>
                <a:cs typeface="Times New Roman" panose="02020603050405020304" pitchFamily="18" charset="0"/>
              </a:rPr>
              <a:t>th</a:t>
            </a:r>
            <a:r>
              <a:rPr lang="en-US" sz="1210" dirty="0">
                <a:solidFill>
                  <a:schemeClr val="tx1"/>
                </a:solidFill>
                <a:latin typeface="Times New Roman" panose="02020603050405020304" pitchFamily="18" charset="0"/>
                <a:cs typeface="Times New Roman" panose="02020603050405020304" pitchFamily="18" charset="0"/>
              </a:rPr>
              <a:t>, 2019.</a:t>
            </a:r>
            <a:br>
              <a:rPr lang="en-US" sz="15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br>
              <a:rPr lang="en-US" sz="1540" dirty="0">
                <a:solidFill>
                  <a:schemeClr val="tx1"/>
                </a:solidFill>
                <a:latin typeface="Times New Roman" panose="02020603050405020304" pitchFamily="18" charset="0"/>
                <a:cs typeface="Times New Roman" panose="02020603050405020304" pitchFamily="18" charset="0"/>
              </a:rPr>
            </a:br>
            <a:endParaRPr lang="en-US" sz="1540" dirty="0">
              <a:solidFill>
                <a:schemeClr val="tx1"/>
              </a:solidFill>
              <a:latin typeface="Times New Roman" panose="02020603050405020304" pitchFamily="18" charset="0"/>
              <a:cs typeface="Times New Roman" panose="02020603050405020304" pitchFamily="18" charset="0"/>
            </a:endParaRPr>
          </a:p>
        </p:txBody>
      </p:sp>
      <p:sp>
        <p:nvSpPr>
          <p:cNvPr id="5" name="4 CuadroTexto"/>
          <p:cNvSpPr txBox="1"/>
          <p:nvPr/>
        </p:nvSpPr>
        <p:spPr>
          <a:xfrm>
            <a:off x="1531464" y="6882039"/>
            <a:ext cx="1808508" cy="464743"/>
          </a:xfrm>
          <a:prstGeom prst="rect">
            <a:avLst/>
          </a:prstGeom>
          <a:noFill/>
        </p:spPr>
        <p:txBody>
          <a:bodyPr wrap="none" rtlCol="0">
            <a:spAutoFit/>
          </a:bodyPr>
          <a:lstStyle/>
          <a:p>
            <a:pPr algn="ctr"/>
            <a:r>
              <a:rPr lang="es-CR" sz="1210" dirty="0"/>
              <a:t>Julián Gutiérrez Monge</a:t>
            </a:r>
          </a:p>
          <a:p>
            <a:pPr algn="ctr"/>
            <a:r>
              <a:rPr lang="es-CR" sz="1210" b="1" dirty="0" err="1"/>
              <a:t>Coordinator</a:t>
            </a:r>
            <a:endParaRPr lang="es-CR" sz="1210" b="1" dirty="0"/>
          </a:p>
        </p:txBody>
      </p:sp>
      <p:sp>
        <p:nvSpPr>
          <p:cNvPr id="9" name="8 CuadroTexto"/>
          <p:cNvSpPr txBox="1"/>
          <p:nvPr/>
        </p:nvSpPr>
        <p:spPr>
          <a:xfrm>
            <a:off x="6718432" y="6882039"/>
            <a:ext cx="1510350" cy="464743"/>
          </a:xfrm>
          <a:prstGeom prst="rect">
            <a:avLst/>
          </a:prstGeom>
          <a:noFill/>
        </p:spPr>
        <p:txBody>
          <a:bodyPr wrap="none" rtlCol="0">
            <a:spAutoFit/>
          </a:bodyPr>
          <a:lstStyle/>
          <a:p>
            <a:pPr algn="ctr"/>
            <a:r>
              <a:rPr lang="es-CR" sz="1210" dirty="0"/>
              <a:t>Dr. David Kaeli</a:t>
            </a:r>
          </a:p>
          <a:p>
            <a:pPr algn="ctr"/>
            <a:r>
              <a:rPr lang="es-CR" sz="1210" b="1" dirty="0"/>
              <a:t>NUCAR Director</a:t>
            </a:r>
          </a:p>
        </p:txBody>
      </p:sp>
      <p:sp>
        <p:nvSpPr>
          <p:cNvPr id="6" name="5 CuadroTexto"/>
          <p:cNvSpPr txBox="1"/>
          <p:nvPr/>
        </p:nvSpPr>
        <p:spPr>
          <a:xfrm>
            <a:off x="0" y="3094115"/>
            <a:ext cx="10058400" cy="1107996"/>
          </a:xfrm>
          <a:prstGeom prst="rect">
            <a:avLst/>
          </a:prstGeom>
          <a:noFill/>
        </p:spPr>
        <p:txBody>
          <a:bodyPr wrap="square" rtlCol="0">
            <a:spAutoFit/>
          </a:bodyPr>
          <a:lstStyle/>
          <a:p>
            <a:pPr algn="ctr"/>
            <a:r>
              <a:rPr lang="es-CR" sz="6600" dirty="0">
                <a:latin typeface="French Script MT" panose="03020402040607040605" pitchFamily="66" charset="0"/>
              </a:rPr>
              <a:t>&lt;</a:t>
            </a:r>
            <a:r>
              <a:rPr lang="es-CR" sz="6600" dirty="0" err="1">
                <a:latin typeface="French Script MT" panose="03020402040607040605" pitchFamily="66" charset="0"/>
              </a:rPr>
              <a:t>Name</a:t>
            </a:r>
            <a:r>
              <a:rPr lang="es-CR" sz="6600" dirty="0">
                <a:latin typeface="French Script MT" panose="03020402040607040605" pitchFamily="66" charset="0"/>
              </a:rPr>
              <a:t>&gt;</a:t>
            </a:r>
          </a:p>
        </p:txBody>
      </p:sp>
      <p:sp>
        <p:nvSpPr>
          <p:cNvPr id="3" name="AutoShape 2" descr="Displaying INGENIERIAlogoCOLOR.jpg"/>
          <p:cNvSpPr>
            <a:spLocks noChangeAspect="1" noChangeArrowheads="1"/>
          </p:cNvSpPr>
          <p:nvPr/>
        </p:nvSpPr>
        <p:spPr bwMode="auto">
          <a:xfrm>
            <a:off x="171133" y="-44607"/>
            <a:ext cx="335280" cy="33528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100584" tIns="50292" rIns="100584" bIns="50292" numCol="1" anchor="t" anchorCtr="0" compatLnSpc="1">
            <a:prstTxWarp prst="textNoShape">
              <a:avLst/>
            </a:prstTxWarp>
          </a:bodyPr>
          <a:lstStyle/>
          <a:p>
            <a:endParaRPr lang="es-CR" sz="2376"/>
          </a:p>
        </p:txBody>
      </p:sp>
      <p:sp>
        <p:nvSpPr>
          <p:cNvPr id="7" name="AutoShape 4" descr="Displaying INGENIERIAlogoCOLOR.jpg"/>
          <p:cNvSpPr>
            <a:spLocks noChangeAspect="1" noChangeArrowheads="1"/>
          </p:cNvSpPr>
          <p:nvPr/>
        </p:nvSpPr>
        <p:spPr bwMode="auto">
          <a:xfrm>
            <a:off x="338773" y="123035"/>
            <a:ext cx="335280" cy="33528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100584" tIns="50292" rIns="100584" bIns="50292" numCol="1" anchor="t" anchorCtr="0" compatLnSpc="1">
            <a:prstTxWarp prst="textNoShape">
              <a:avLst/>
            </a:prstTxWarp>
          </a:bodyPr>
          <a:lstStyle/>
          <a:p>
            <a:endParaRPr lang="es-CR" sz="2376"/>
          </a:p>
        </p:txBody>
      </p:sp>
      <p:pic>
        <p:nvPicPr>
          <p:cNvPr id="15" name="Picture 14" descr="http://www.ece.neu.edu/groups/nucar/img/nucar.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39972" y="790326"/>
            <a:ext cx="3378460" cy="717923"/>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2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77957" y="467046"/>
            <a:ext cx="1367968" cy="1367968"/>
          </a:xfrm>
          <a:prstGeom prst="rect">
            <a:avLst/>
          </a:prstGeom>
        </p:spPr>
      </p:pic>
    </p:spTree>
    <p:extLst>
      <p:ext uri="{BB962C8B-B14F-4D97-AF65-F5344CB8AC3E}">
        <p14:creationId xmlns:p14="http://schemas.microsoft.com/office/powerpoint/2010/main" val="237809806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Urbano">
  <a:themeElements>
    <a:clrScheme name="Urbano">
      <a:dk1>
        <a:sysClr val="windowText" lastClr="000000"/>
      </a:dk1>
      <a:lt1>
        <a:sysClr val="window" lastClr="FFFFFF"/>
      </a:lt1>
      <a:dk2>
        <a:srgbClr val="424456"/>
      </a:dk2>
      <a:lt2>
        <a:srgbClr val="DEDEDE"/>
      </a:lt2>
      <a:accent1>
        <a:srgbClr val="53548A"/>
      </a:accent1>
      <a:accent2>
        <a:srgbClr val="438086"/>
      </a:accent2>
      <a:accent3>
        <a:srgbClr val="A04DA3"/>
      </a:accent3>
      <a:accent4>
        <a:srgbClr val="C4652D"/>
      </a:accent4>
      <a:accent5>
        <a:srgbClr val="8B5D3D"/>
      </a:accent5>
      <a:accent6>
        <a:srgbClr val="5C92B5"/>
      </a:accent6>
      <a:hlink>
        <a:srgbClr val="67AFBD"/>
      </a:hlink>
      <a:folHlink>
        <a:srgbClr val="C2A874"/>
      </a:folHlink>
    </a:clrScheme>
    <a:fontScheme name="Urbano">
      <a:majorFont>
        <a:latin typeface="Trebuchet MS"/>
        <a:ea typeface=""/>
        <a:cs typeface=""/>
        <a:font script="Jpan" typeface="HGｺﾞｼｯｸM"/>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eorgia"/>
        <a:ea typeface=""/>
        <a:cs typeface=""/>
        <a:font script="Jpan" typeface="HG明朝B"/>
        <a:font script="Hang" typeface="맑은 고딕"/>
        <a:font script="Hans" typeface="宋体"/>
        <a:font script="Hant" typeface="新細明體"/>
        <a:font script="Arab" typeface="Arial"/>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Urbano">
      <a:fillStyleLst>
        <a:solidFill>
          <a:schemeClr val="phClr"/>
        </a:solidFill>
        <a:gradFill rotWithShape="1">
          <a:gsLst>
            <a:gs pos="0">
              <a:schemeClr val="phClr">
                <a:tint val="1000"/>
                <a:satMod val="255000"/>
              </a:schemeClr>
            </a:gs>
            <a:gs pos="55000">
              <a:schemeClr val="phClr">
                <a:tint val="12000"/>
                <a:satMod val="255000"/>
              </a:schemeClr>
            </a:gs>
            <a:gs pos="100000">
              <a:schemeClr val="phClr">
                <a:tint val="45000"/>
                <a:satMod val="250000"/>
              </a:schemeClr>
            </a:gs>
          </a:gsLst>
          <a:path path="circle">
            <a:fillToRect l="-40000" t="-90000" r="140000" b="190000"/>
          </a:path>
        </a:gradFill>
        <a:gradFill rotWithShape="1">
          <a:gsLst>
            <a:gs pos="0">
              <a:schemeClr val="phClr">
                <a:tint val="43000"/>
                <a:satMod val="165000"/>
              </a:schemeClr>
            </a:gs>
            <a:gs pos="55000">
              <a:schemeClr val="phClr">
                <a:tint val="83000"/>
                <a:satMod val="155000"/>
              </a:schemeClr>
            </a:gs>
            <a:gs pos="100000">
              <a:schemeClr val="phClr">
                <a:shade val="85000"/>
              </a:schemeClr>
            </a:gs>
          </a:gsLst>
          <a:path path="circle">
            <a:fillToRect l="-40000" t="-90000" r="140000" b="190000"/>
          </a:path>
        </a:gradFill>
      </a:fillStyleLst>
      <a:lnStyleLst>
        <a:ln w="9525" cap="flat" cmpd="sng" algn="ctr">
          <a:solidFill>
            <a:schemeClr val="phClr"/>
          </a:solidFill>
          <a:prstDash val="solid"/>
        </a:ln>
        <a:ln w="19050" cap="flat" cmpd="sng" algn="ctr">
          <a:solidFill>
            <a:schemeClr val="phClr"/>
          </a:solidFill>
          <a:prstDash val="solid"/>
        </a:ln>
        <a:ln w="31750" cap="flat" cmpd="sng" algn="ctr">
          <a:solidFill>
            <a:schemeClr val="phClr"/>
          </a:solidFill>
          <a:prstDash val="solid"/>
        </a:ln>
      </a:lnStyleLst>
      <a:effectStyleLst>
        <a:effectStyle>
          <a:effectLst>
            <a:outerShdw blurRad="51500" dist="25400" dir="5400000" rotWithShape="0">
              <a:srgbClr val="000000">
                <a:alpha val="40000"/>
              </a:srgbClr>
            </a:outerShdw>
          </a:effectLst>
        </a:effectStyle>
        <a:effectStyle>
          <a:effectLst>
            <a:outerShdw blurRad="50800" dist="25400" dir="5400000" rotWithShape="0">
              <a:srgbClr val="000000">
                <a:alpha val="45000"/>
              </a:srgbClr>
            </a:outerShdw>
          </a:effectLst>
        </a:effectStyle>
        <a:effectStyle>
          <a:effectLst>
            <a:outerShdw blurRad="50800" dist="25400" dir="5400000" rotWithShape="0">
              <a:srgbClr val="000000">
                <a:alpha val="45000"/>
              </a:srgbClr>
            </a:outerShdw>
          </a:effectLst>
          <a:scene3d>
            <a:camera prst="orthographicFront" fov="0">
              <a:rot lat="0" lon="0" rev="0"/>
            </a:camera>
            <a:lightRig rig="flat" dir="t">
              <a:rot lat="0" lon="0" rev="20040000"/>
            </a:lightRig>
          </a:scene3d>
          <a:sp3d contourW="12700" prstMaterial="dkEdge">
            <a:bevelT w="25400" h="38100" prst="convex"/>
            <a:contourClr>
              <a:schemeClr val="phClr">
                <a:satMod val="115000"/>
              </a:schemeClr>
            </a:contourClr>
          </a:sp3d>
        </a:effectStyle>
      </a:effectStyleLst>
      <a:bgFillStyleLst>
        <a:solidFill>
          <a:schemeClr val="phClr"/>
        </a:solidFill>
        <a:gradFill rotWithShape="1">
          <a:gsLst>
            <a:gs pos="100000">
              <a:schemeClr val="phClr">
                <a:tint val="80000"/>
                <a:satMod val="250000"/>
              </a:schemeClr>
            </a:gs>
            <a:gs pos="60000">
              <a:schemeClr val="phClr">
                <a:shade val="38000"/>
                <a:satMod val="175000"/>
              </a:schemeClr>
            </a:gs>
            <a:gs pos="0">
              <a:schemeClr val="phClr">
                <a:shade val="30000"/>
                <a:satMod val="175000"/>
              </a:schemeClr>
            </a:gs>
          </a:gsLst>
          <a:lin ang="5400000" scaled="0"/>
        </a:gradFill>
        <a:blipFill>
          <a:blip xmlns:r="http://schemas.openxmlformats.org/officeDocument/2006/relationships" r:embed="rId1">
            <a:duotone>
              <a:schemeClr val="phClr">
                <a:shade val="48000"/>
              </a:schemeClr>
              <a:schemeClr val="phClr">
                <a:tint val="96000"/>
                <a:satMod val="150000"/>
              </a:schemeClr>
            </a:duotone>
          </a:blip>
          <a:tile tx="0" ty="0" sx="80000" sy="80000" flip="none" algn="tl"/>
        </a:blip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Urban</Template>
  <TotalTime>194</TotalTime>
  <Words>26</Words>
  <Application>Microsoft Office PowerPoint</Application>
  <PresentationFormat>Custom</PresentationFormat>
  <Paragraphs>12</Paragraphs>
  <Slides>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vt:i4>
      </vt:variant>
    </vt:vector>
  </HeadingPairs>
  <TitlesOfParts>
    <vt:vector size="8" baseType="lpstr">
      <vt:lpstr>French Script MT</vt:lpstr>
      <vt:lpstr>Georgia</vt:lpstr>
      <vt:lpstr>Times New Roman</vt:lpstr>
      <vt:lpstr>Trebuchet MS</vt:lpstr>
      <vt:lpstr>Wingdings 2</vt:lpstr>
      <vt:lpstr>Urbano</vt:lpstr>
      <vt:lpstr>    Northeastern University Computer Architecture Research Lab   Certifies that         Has successfully demonstrated the knowledge, skills and abilities  required for completing the GPU Programming Basics with CUDA workshop  Organized by NUCAR laboratory from Northeastern University, from January 15th to March 13th, 2019.      </vt:lpstr>
      <vt:lpstr>    Northeastern University Computer Architecture Research Lab   Certifies that         obtained the best performing implementation of the final project  for the GPU Programming Basics with CUDA workshop  Organized by NUCAR laboratory from Northeastern University, from January 15th to March 13th, 2019.      </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UNIVERSIDAD DE COSTA RICA ESCUELA DE INGENIERÍA ELÉCTRICA  Confiere el presente CERTIFICADO DE AGRADECIMIENTO A:          Por realizar la labor de Juez en la actividad  Lo mejor de EIE: Innovación y Vinculación Social  Organizado por la Escuela de Ingeniería Eléctrica, realizado el 15 de Diciembre del 2014.</dc:title>
  <dc:creator>Mercedes</dc:creator>
  <cp:lastModifiedBy>Julian Gutierrez</cp:lastModifiedBy>
  <cp:revision>39</cp:revision>
  <cp:lastPrinted>2016-10-21T15:42:23Z</cp:lastPrinted>
  <dcterms:created xsi:type="dcterms:W3CDTF">2014-12-09T20:13:20Z</dcterms:created>
  <dcterms:modified xsi:type="dcterms:W3CDTF">2019-03-20T01:33:34Z</dcterms:modified>
</cp:coreProperties>
</file>